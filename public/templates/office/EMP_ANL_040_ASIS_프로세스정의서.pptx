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SyncGuard AI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AS-IS 프로세스 정의서 (AS-IS Process Definition)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한빛글로벌 현행 제품 표시·광고 심의 업무 흐름 및 문제점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EMP_ANL_040  |  버전: v1.0 (최종 승인본)  |  작성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분석 범위: 마케팅 문안 기획, 이메일 심의 접수, 수기 법령 대조, ProductLab 수동 조회, 수정 피드백 및 결재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엠파시 (EMPASY)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1. 현행 업무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현행(AS-IS) 표시광고 심의 업무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Step 1. 심의 요청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마케팅 담당자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문안 기획 및 상세페이지 제작</a:t>
            </a:r>
            <a:br/>
            <a:r>
              <a:t>사내 이메일/메신저로 RA팀에 심의 요청 전달</a:t>
            </a:r>
            <a:br/>
            <a:r>
              <a:t>첨부파일(PPT, Word, 이미지)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Step 2. 접수 및 확인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RA 심의 담당자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이메일 요청 접수 및 일정 확인</a:t>
            </a:r>
            <a:br/>
            <a:r>
              <a:t>제품 코드 확인 후 ProductLab 시스템 개별 로그인</a:t>
            </a:r>
            <a:br/>
            <a:r>
              <a:t>전성분 및 배합 규격 수동 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Step 3. 수기 법령 대조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RA 심의 담당자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식약처 표시·광고 공정화법 제3조 및 가이드라인 PDF 검색</a:t>
            </a:r>
            <a:br/>
            <a:r>
              <a:t>과거 판례 및 행정처분 문서 수동 탐색</a:t>
            </a:r>
            <a:br/>
            <a:r>
              <a:t>담당자 경험 기반 위반 여부 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4748B"/>
                </a:solidFill>
              </a:defRPr>
            </a:pPr>
            <a:r>
              <a:t>Step 4. 피드백 및 결재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마케터 &amp; RA</a:t>
            </a:r>
          </a:p>
          <a:p>
            <a:pPr>
              <a:spcBef>
                <a:spcPts val="1200"/>
              </a:spcBef>
              <a:defRPr sz="950">
                <a:solidFill>
                  <a:srgbClr val="334155"/>
                </a:solidFill>
              </a:defRPr>
            </a:pPr>
            <a:r>
              <a:t>수정 의견 이메일 회신 (평균 2~3회 왕복)</a:t>
            </a:r>
            <a:br/>
            <a:r>
              <a:t>문안 수정 후 MarketingHub 결재 수기 상신</a:t>
            </a:r>
            <a:br/>
            <a:r>
              <a:t>평균 3일(72시간) 소요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2. 현행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2.1 현행 심의 업무의 4대 핵심 페인포인트(Pain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심의 리드타임 과다 소요 (평균 3일)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이메일 기반 접수 및 수작업 검토로 인해 심의 대기 시간 장기화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신제품 런칭 및 프로모션 긴급 심의 시 업무 병목 현상 극심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월말/시즌별 요청 폭증 시 심의 품질 저하 우려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담당자별 주관적 판단 편차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명확한 디지털 규칙 시스템 부재로 담당자별 엄격도 차이 발생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브랜드별 심의 기준 불일치로 마케팅 부서와의 잦은 마찰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과거 심의 이력 검색 불가로 동일 표현에 대한 판정 번복 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이원화된 시스템 수동 조회 번거로움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심의 시 ProductLab(배합성분)에 별도 로그인하여 수기 대조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첨부 이미지(PDP)의 텍스트를 육안으로 일일이 읽어 대조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결재 포털(MarketingHub)과 심의 이력이 연계되지 않아 이중 작업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수정 대안 제시 한계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단순히 '사용 불가' 통보만 하거나, RA가 대체 카피를 직접 고민해야 함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적법하면서도 마케팅 소구력을 갖춘 대체 표현 발굴에 많은 시간 소모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마케터-RA 간 2~3회 이상의 지루한 이메일 핑퐁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3. AS-IS vs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3.1 현행 프로세스 대비 목표 모델(TO-BE) 비교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3657600"/>
                <a:gridCol w="140177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비교 영역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현행 모델 (AS-IS)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목표 모델 (TO-BE, SyncGuard AI)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개선 효과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심의 접수 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이메일 / 사내 메신저 개별 접수 (파편화)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통합 심의 웹 포털 (Vben Admin) 일원화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누락 방지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원료 규격 대조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ProductLab 시스템 개별 로그인 수기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제품 코드 기반 ProductLab REST API 자동 연동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조회 시간 0초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위반 표현 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RA 담당자 경험 기반 수기 법령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100개 규칙 사전 + RAG 법령 벡터 검색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정밀도 96.2%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이미지/PDP 심의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육안으로 문안 일일이 읽고 타이핑 대조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Vision OCR 기반 텍스트 추출 및 Bounding Box 표시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검토 공수 70% 절감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수정 대안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불가 통보 위주 (마케터가 재작성)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AI 문맥 기반 대체 추천 문구(100종) 즉시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핑퐁 횟수 70%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4. 개선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4.1 시스템 구축을 통한 업무 혁신 목표 및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TO-BE 프로세스 전환 핵심 전략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규칙-RAG-LLM 3단계 하이브리드 파이프라인 도입: 빠른 응답(0.2초)과 심층 문맥 판정(4단계)을 결합하여 처리 속도와 정확도 동시 달성.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사내 핵심 인프라 무결 연동: ProductLab(원료), MarketingHub(결재), 사내 SSO 로그인 및 KT 문자 알림 채널을 하나로 통합 연계.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심의 히스토리 전사 데이터베이스화: 판정 이력 및 마케팅 피드백 데이터를 누적 적재하여 미래 브랜드 문안 기획의 지식 자산으로 활용.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시범운영(Pilot) 및 실무 피드백 안착: 11개 주요 브랜드 142건 실데이터 검증을 통해 현업 수용성을 극대화하고 즉각적 업무 전환 유도.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5.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5.1 프로세스 개선에 따른 정량·정성 성과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심의 처리 시간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3일 → 2시간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85% 리드타임 대폭 단축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월간 심의 용량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400건 → 1,600건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처리 역량 4배 확대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RA 일치율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97.2%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시범운영 142건 중 138건 일치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규제 위반 건수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0건 (Zero)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사전 필터링으로 행정처분 차단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