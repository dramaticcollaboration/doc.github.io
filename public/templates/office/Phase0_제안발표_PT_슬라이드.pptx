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입찰 제안발표회] SyncFlow AI 구축 제안 PT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계약·기술규격 규제 검증 리드타임 85% 단축 및 골든셋 정밀도 96.4% 시험검증 역량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발표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1. 사업 이해도: 발주처가 직면한 3대 핵심 과제 및 해법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2. 기술 차별성: 검증된 SyncVerse 코어 엔진 및 사전 PoC 시험검증 결과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3. 수행 신뢰성: 100% 정규직 핵심 인력 투입 및 무결점 납품 확약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4. 심사위원 질의응답 (Q&amp;A): 환각, 보안 망분리, 비용 폭증 완벽 방어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핵심 기술 차별성: 사전 PoC 시험검증 완료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778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검증 항목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발주처 요구 수준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당사 PoC 시험검증 결과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우수성 입증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평균 3.0초 이내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평균 1.15초 달성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2.6배 빠른 성능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동시 접속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최소 500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1,200 TPS 부하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안정적 트래픽 수용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데이터 정합성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정합률 99.0% 이상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100.0% 오차 0원 대사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무결점 데이터 이관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보안 규정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행안부 49개 취약점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보안 약점 0건(Clean)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3A5F"/>
                          </a:solidFill>
                          <a:latin typeface="Malgun Gothic"/>
                        </a:rPr>
                        <a:t>감리 즉시 적격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Malgun Gothic"/>
              </a:defRPr>
            </a:pPr>
            <a:r>
              <a:t>심사위원 예상 질의응답 (Q&amp;A) 핵심 방어 논리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질문 1: LLM의 환각(Hallucination)으로 인한 업무 오류를 어떻게 방지하는가?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  -&gt; 답변: Zero-Shot 생성 대신 사내 승인된 RAG 벡터 DB 기반 근거 제시 및 신뢰도 점수 0.85 미만 시 휴먼 승인(HITL)으로 자동 전환.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질문 2: 폐쇄망 환경에서 외부 클라우드 통신 없이 구동 가능한가?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  -&gt; 답변: 온프레미스 GPU 서버 내에 폐쇄망 전용 오픈소스 LLM(vLLM)을 탑재하여 외부 인터넷과 100% 물리적 단절 상태로 운영.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질문 3: 프로젝트 진행 중 범위가 늘어나 납기가 지연되는 문제는 어떻게 막는가?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1E3A5F"/>
                </a:solidFill>
                <a:latin typeface="Malgun Gothic"/>
              </a:defRPr>
            </a:pPr>
            <a:r>
              <a:t>•    -&gt; 답변: Phase 1 종료 시 Scope Freeze 서명을 강제하고, 5 M/D 이상 변경 시 공식 CR 절차를 가동하여 공수/일정을 투명하게 통제.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