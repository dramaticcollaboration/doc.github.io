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8BDF8"/>
                </a:solidFill>
                <a:latin typeface="Malgun Gothic"/>
              </a:defRPr>
            </a:pPr>
            <a:r>
              <a:t>엠파시 사업 및 개발 방법론 표준 템플릿</a:t>
            </a:r>
          </a:p>
          <a:p>
            <a:pPr>
              <a:spcBef>
                <a:spcPts val="1400"/>
              </a:spcBef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[한빛글로벌 SyncGuard AI] 중간보고회 발표자료 (상세설계 완료 및 1차 기성 보고)</a:t>
            </a:r>
          </a:p>
          <a:p>
            <a:pPr>
              <a:spcBef>
                <a:spcPts val="1000"/>
              </a:spcBef>
              <a:defRPr sz="1800">
                <a:solidFill>
                  <a:srgbClr val="CBD5E1"/>
                </a:solidFill>
                <a:latin typeface="Malgun Gothic"/>
              </a:defRPr>
            </a:pPr>
            <a:r>
              <a:t>계획 대비 실적 공정률(S-Curve), 금주 실적, 차주 계획 및 리스크 대책</a:t>
            </a:r>
          </a:p>
          <a:p>
            <a:pPr>
              <a:spcBef>
                <a:spcPts val="4000"/>
              </a:spcBef>
              <a:defRPr sz="1200">
                <a:solidFill>
                  <a:srgbClr val="94A3B8"/>
                </a:solidFill>
                <a:latin typeface="Malgun Gothic"/>
              </a:defRPr>
            </a:pPr>
            <a:r>
              <a:t>주식회사 엠파시 (Empasy Inc.)  |  2026 Enterprise Project Lifecycle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공정 진척 현황 요약 (Sprint 6 기준)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3628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579"/>
                <a:gridCol w="2072579"/>
                <a:gridCol w="2072579"/>
                <a:gridCol w="2072579"/>
                <a:gridCol w="2072579"/>
              </a:tblGrid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과업 영역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계획 공정률 (%)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실적 공정률 (%)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진척 편차 (%)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공정 상태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데이터베이스 모델링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100.0 %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100.0 %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0.0 %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정상 (완료)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백엔드 Canonical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75.0 %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78.0 %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+3.0 %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정상 (초과 달성)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프론트엔드 UI 컴포넌트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70.0 %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68.0 %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-2.0 %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양호 (차주 만회)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대외 기관 인터페이스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50.0 %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45.0 %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-5.0 %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주의 (Mock 서버 가동)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전체 종합 공정률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71.2 %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70.8 %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-0.4 %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정상 추진 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금주 주요 추진 실적 및 차주 실행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334155"/>
                </a:solidFill>
                <a:latin typeface="Malgun Gothic"/>
              </a:defRPr>
            </a:pPr>
            <a:r>
              <a:t>•  금주 실적 1: 100대 표시·광고 규제 룰셋 및 3단계 하이브리드 RAG 추론 파이프라인 단위 테스트 100% 통과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334155"/>
                </a:solidFill>
                <a:latin typeface="Malgun Gothic"/>
              </a:defRPr>
            </a:pPr>
            <a:r>
              <a:t>•  금주 실적 2: ProductLab 전성분 뷰 및 MarketingHub Webhook 연동 OpenAPI Mock 서버 조기 배포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334155"/>
                </a:solidFill>
                <a:latin typeface="Malgun Gothic"/>
              </a:defRPr>
            </a:pPr>
            <a:r>
              <a:t>•  차주 계획 1: HB-SSO 통합인증 및 사용자 심의 포털(FO)·백오피스(BO) 28개 화면 라우팅 통합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334155"/>
                </a:solidFill>
                <a:latin typeface="Malgun Gothic"/>
              </a:defRPr>
            </a:pPr>
            <a:r>
              <a:t>•  차주 계획 2: Sprint 6 회고 및 중간 기성 검수 신청서 작성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