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BDF8"/>
                </a:solidFill>
                <a:latin typeface="Malgun Gothic"/>
              </a:defRPr>
            </a:pPr>
            <a:r>
              <a:t>엠파시 사업 및 개발 방법론 표준 템플릿</a:t>
            </a:r>
          </a:p>
          <a:p>
            <a:pPr>
              <a:spcBef>
                <a:spcPts val="1400"/>
              </a:spcBef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[한빛글로벌 SyncGuard AI] 시스템 어드민(BO) 및 인프라 운영자 매뉴얼 (Admin Guide)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Malgun Gothic"/>
              </a:defRPr>
            </a:pPr>
            <a:r>
              <a:t>100대 규제 룰셋 관리 · 프롬프트/골든셋 배치 검증 · EKS/RDS 일일 헬스체크 및 FinOps 정산</a:t>
            </a:r>
          </a:p>
          <a:p>
            <a:pPr>
              <a:spcBef>
                <a:spcPts val="40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주식회사 엠파시 (Empasy Inc.)  |  2026 Enterprise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관리자 백오피스(BO) 및 클라우드 인프라 일일 점검 기준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79"/>
                <a:gridCol w="2072579"/>
                <a:gridCol w="2072579"/>
                <a:gridCol w="2072579"/>
                <a:gridCol w="2072579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과업 영역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계획 공정률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실적 공정률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진척 편차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공정 상태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데이터베이스 모델링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(완료)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백엔드 Canonical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78.0 %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+3.0 %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(초과 달성)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프론트엔드 UI 컴포넌트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68.0 %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-2.0 %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양호 (차주 만회)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대외 기관 인터페이스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50.0 %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45.0 %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주의 (Mock 서버 가동)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전체 종합 공정률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71.2 %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70.8 %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-0.4 %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추진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02:00 ProductLab 일배치 장애 대응 및 비상 롤백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금주 실적 1: 100대 표시·광고 규제 룰셋 및 3단계 하이브리드 RAG 추론 파이프라인 단위 테스트 100% 통과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금주 실적 2: ProductLab 전성분 뷰 및 MarketingHub Webhook 연동 OpenAPI Mock 서버 조기 배포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차주 계획 1: HB-SSO 통합인증 및 사용자 심의 포털(FO)·백오피스(BO) 28개 화면 라우팅 통합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차주 계획 2: Sprint 6 회고 및 중간 기성 검수 신청서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