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48" r:id="rId1"/>
    <p:sldMasterId id="2147483650" r:id="rId2"/>
    <p:sldMasterId id="2147483662" r:id="rId3"/>
  </p:sldMasterIdLst>
  <p:notesMasterIdLst>
    <p:notesMasterId r:id="rId7"/>
  </p:notesMasterIdLst>
  <p:sldIdLst>
    <p:sldId id="256" r:id="rId4"/>
    <p:sldId id="257" r:id="rId5"/>
    <p:sldId id="258" r:id="rId6"/>
  </p:sldIdLst>
  <p:sldSz cx="9906000" cy="6858000" type="A4"/>
  <p:notesSz cx="6797675" cy="98742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247">
          <p15:clr>
            <a:srgbClr val="000000"/>
          </p15:clr>
        </p15:guide>
        <p15:guide id="2" orient="horz" pos="391">
          <p15:clr>
            <a:srgbClr val="000000"/>
          </p15:clr>
        </p15:guide>
        <p15:guide id="3" orient="horz" pos="709">
          <p15:clr>
            <a:srgbClr val="000000"/>
          </p15:clr>
        </p15:guide>
        <p15:guide id="4" orient="horz" pos="3974">
          <p15:clr>
            <a:srgbClr val="000000"/>
          </p15:clr>
        </p15:guide>
        <p15:guide id="5" pos="6159">
          <p15:clr>
            <a:srgbClr val="000000"/>
          </p15:clr>
        </p15:guide>
        <p15:guide id="6" pos="81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000000"/>
          </p15:clr>
        </p15:guide>
        <p15:guide id="2" pos="2141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hxB8tS7NypByX+k7yxLRPx/2k+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1AF018-D3F9-4EAE-A5C6-63A5F4353E8F}">
  <a:tblStyle styleId="{301AF018-D3F9-4EAE-A5C6-63A5F4353E8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032" y="72"/>
      </p:cViewPr>
      <p:guideLst>
        <p:guide orient="horz" pos="4247"/>
        <p:guide orient="horz" pos="391"/>
        <p:guide orient="horz" pos="709"/>
        <p:guide orient="horz" pos="3974"/>
        <p:guide pos="6159"/>
        <p:guide pos="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4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4812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1275" y="0"/>
            <a:ext cx="2944812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25487" y="739775"/>
            <a:ext cx="5346700" cy="37036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691062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4812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1275" y="9378950"/>
            <a:ext cx="2944812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ulim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 txBox="1"/>
          <p:nvPr/>
        </p:nvSpPr>
        <p:spPr>
          <a:xfrm>
            <a:off x="3851275" y="9378950"/>
            <a:ext cx="2944812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39775"/>
            <a:ext cx="534670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1:notes"/>
          <p:cNvSpPr txBox="1">
            <a:spLocks noGrp="1"/>
          </p:cNvSpPr>
          <p:nvPr>
            <p:ph type="body" idx="1"/>
          </p:nvPr>
        </p:nvSpPr>
        <p:spPr>
          <a:xfrm>
            <a:off x="679450" y="4691062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 txBox="1"/>
          <p:nvPr/>
        </p:nvSpPr>
        <p:spPr>
          <a:xfrm>
            <a:off x="3851275" y="9378950"/>
            <a:ext cx="2944812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39775"/>
            <a:ext cx="534670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2:notes"/>
          <p:cNvSpPr txBox="1">
            <a:spLocks noGrp="1"/>
          </p:cNvSpPr>
          <p:nvPr>
            <p:ph type="body" idx="1"/>
          </p:nvPr>
        </p:nvSpPr>
        <p:spPr>
          <a:xfrm>
            <a:off x="679450" y="4691062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/>
        </p:nvSpPr>
        <p:spPr>
          <a:xfrm>
            <a:off x="3851275" y="9378950"/>
            <a:ext cx="2944812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1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39775"/>
            <a:ext cx="534670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3:notes"/>
          <p:cNvSpPr txBox="1">
            <a:spLocks noGrp="1"/>
          </p:cNvSpPr>
          <p:nvPr>
            <p:ph type="body" idx="1"/>
          </p:nvPr>
        </p:nvSpPr>
        <p:spPr>
          <a:xfrm>
            <a:off x="679450" y="4691062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 txBox="1">
            <a:spLocks noGrp="1"/>
          </p:cNvSpPr>
          <p:nvPr>
            <p:ph type="ctrTitle"/>
          </p:nvPr>
        </p:nvSpPr>
        <p:spPr>
          <a:xfrm>
            <a:off x="920750" y="2211388"/>
            <a:ext cx="7920038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ubTitle" idx="1"/>
          </p:nvPr>
        </p:nvSpPr>
        <p:spPr>
          <a:xfrm>
            <a:off x="920750" y="1930400"/>
            <a:ext cx="7920038" cy="27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표" type="tbl">
  <p:cSld name="TAB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128588" y="115888"/>
            <a:ext cx="9648825" cy="433387"/>
          </a:xfrm>
          <a:prstGeom prst="rect">
            <a:avLst/>
          </a:prstGeom>
          <a:noFill/>
          <a:ln w="25400" cap="flat" cmpd="sng">
            <a:solidFill>
              <a:srgbClr val="C0C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 rot="5400000">
            <a:off x="5403057" y="2078831"/>
            <a:ext cx="6337300" cy="2411413"/>
          </a:xfrm>
          <a:prstGeom prst="rect">
            <a:avLst/>
          </a:prstGeom>
          <a:noFill/>
          <a:ln w="25400" cap="flat" cmpd="sng">
            <a:solidFill>
              <a:srgbClr val="C0C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1"/>
          </p:nvPr>
        </p:nvSpPr>
        <p:spPr>
          <a:xfrm rot="5400000">
            <a:off x="502444" y="-257968"/>
            <a:ext cx="6337300" cy="7085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128587" y="115887"/>
            <a:ext cx="9648825" cy="433387"/>
          </a:xfrm>
          <a:prstGeom prst="rect">
            <a:avLst/>
          </a:prstGeom>
          <a:noFill/>
          <a:ln w="25400" cap="flat" cmpd="sng">
            <a:solidFill>
              <a:srgbClr val="C0C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1"/>
          </p:nvPr>
        </p:nvSpPr>
        <p:spPr>
          <a:xfrm rot="5400000">
            <a:off x="2072481" y="-1323182"/>
            <a:ext cx="5761037" cy="964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  <a:prstGeom prst="rect">
            <a:avLst/>
          </a:prstGeom>
          <a:noFill/>
          <a:ln w="25400" cap="flat" cmpd="sng">
            <a:solidFill>
              <a:srgbClr val="C0C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algun Gothic"/>
              <a:buChar char="•"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>
            <a:spLocks noGrp="1"/>
          </p:cNvSpPr>
          <p:nvPr>
            <p:ph type="pic" idx="2"/>
          </p:nvPr>
        </p:nvSpPr>
        <p:spPr>
          <a:xfrm>
            <a:off x="4211638" y="987425"/>
            <a:ext cx="501491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10"/>
          <p:cNvSpPr txBox="1">
            <a:spLocks noGrp="1"/>
          </p:cNvSpPr>
          <p:nvPr>
            <p:ph type="body" idx="1"/>
          </p:nvPr>
        </p:nvSpPr>
        <p:spPr>
          <a:xfrm>
            <a:off x="682625" y="2057400"/>
            <a:ext cx="319405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  <a:prstGeom prst="rect">
            <a:avLst/>
          </a:prstGeom>
          <a:noFill/>
          <a:ln w="25400" cap="flat" cmpd="sng">
            <a:solidFill>
              <a:srgbClr val="C0C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algun Gothic"/>
              <a:buChar char="•"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1"/>
          </p:nvPr>
        </p:nvSpPr>
        <p:spPr>
          <a:xfrm>
            <a:off x="4211638" y="987425"/>
            <a:ext cx="5014912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2"/>
          </p:nvPr>
        </p:nvSpPr>
        <p:spPr>
          <a:xfrm>
            <a:off x="682625" y="2057400"/>
            <a:ext cx="319405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128587" y="115887"/>
            <a:ext cx="9648825" cy="433387"/>
          </a:xfrm>
          <a:prstGeom prst="rect">
            <a:avLst/>
          </a:prstGeom>
          <a:noFill/>
          <a:ln w="25400" cap="flat" cmpd="sng">
            <a:solidFill>
              <a:srgbClr val="C0C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  <a:prstGeom prst="rect">
            <a:avLst/>
          </a:prstGeom>
          <a:noFill/>
          <a:ln w="25400" cap="flat" cmpd="sng">
            <a:solidFill>
              <a:srgbClr val="C0C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2"/>
          </p:nvPr>
        </p:nvSpPr>
        <p:spPr>
          <a:xfrm>
            <a:off x="682625" y="2505075"/>
            <a:ext cx="419100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body" idx="3"/>
          </p:nvPr>
        </p:nvSpPr>
        <p:spPr>
          <a:xfrm>
            <a:off x="5014913" y="1681163"/>
            <a:ext cx="42116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body" idx="4"/>
          </p:nvPr>
        </p:nvSpPr>
        <p:spPr>
          <a:xfrm>
            <a:off x="5014913" y="2505075"/>
            <a:ext cx="42116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>
            <a:spLocks noGrp="1"/>
          </p:cNvSpPr>
          <p:nvPr>
            <p:ph type="title"/>
          </p:nvPr>
        </p:nvSpPr>
        <p:spPr>
          <a:xfrm>
            <a:off x="128587" y="115887"/>
            <a:ext cx="9648825" cy="433387"/>
          </a:xfrm>
          <a:prstGeom prst="rect">
            <a:avLst/>
          </a:prstGeom>
          <a:noFill/>
          <a:ln w="25400" cap="flat" cmpd="sng">
            <a:solidFill>
              <a:srgbClr val="C0C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128588" y="692150"/>
            <a:ext cx="4748212" cy="576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body" idx="2"/>
          </p:nvPr>
        </p:nvSpPr>
        <p:spPr>
          <a:xfrm>
            <a:off x="5029200" y="692150"/>
            <a:ext cx="4748213" cy="576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  <a:prstGeom prst="rect">
            <a:avLst/>
          </a:prstGeom>
          <a:noFill/>
          <a:ln w="25400" cap="flat" cmpd="sng">
            <a:solidFill>
              <a:srgbClr val="C0C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Malgun Gothic"/>
              <a:buChar char="•"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title"/>
          </p:nvPr>
        </p:nvSpPr>
        <p:spPr>
          <a:xfrm>
            <a:off x="128587" y="115887"/>
            <a:ext cx="9648825" cy="433387"/>
          </a:xfrm>
          <a:prstGeom prst="rect">
            <a:avLst/>
          </a:prstGeom>
          <a:noFill/>
          <a:ln w="25400" cap="flat" cmpd="sng">
            <a:solidFill>
              <a:srgbClr val="C0C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128587" y="620712"/>
            <a:ext cx="9648825" cy="576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>
            <a:spLocks noGrp="1"/>
          </p:cNvSpPr>
          <p:nvPr>
            <p:ph type="title"/>
          </p:nvPr>
        </p:nvSpPr>
        <p:spPr>
          <a:xfrm rot="5400000">
            <a:off x="5251450" y="2203450"/>
            <a:ext cx="5811838" cy="213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body" idx="1"/>
          </p:nvPr>
        </p:nvSpPr>
        <p:spPr>
          <a:xfrm rot="5400000">
            <a:off x="903288" y="142875"/>
            <a:ext cx="5811838" cy="6256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115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ulim"/>
              <a:buChar char="•"/>
              <a:defRPr sz="13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Char char="–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ulim"/>
              <a:buChar char="•"/>
              <a:defRPr sz="11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»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body" idx="1"/>
          </p:nvPr>
        </p:nvSpPr>
        <p:spPr>
          <a:xfrm rot="5400000">
            <a:off x="2777332" y="-270668"/>
            <a:ext cx="4351338" cy="854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115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ulim"/>
              <a:buChar char="•"/>
              <a:defRPr sz="13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Char char="–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ulim"/>
              <a:buChar char="•"/>
              <a:defRPr sz="11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»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ulim"/>
              <a:buChar char="•"/>
              <a:defRPr sz="32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86" name="Google Shape;86;p21"/>
          <p:cNvSpPr>
            <a:spLocks noGrp="1"/>
          </p:cNvSpPr>
          <p:nvPr>
            <p:ph type="pic" idx="2"/>
          </p:nvPr>
        </p:nvSpPr>
        <p:spPr>
          <a:xfrm>
            <a:off x="4211638" y="987425"/>
            <a:ext cx="501491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21"/>
          <p:cNvSpPr txBox="1">
            <a:spLocks noGrp="1"/>
          </p:cNvSpPr>
          <p:nvPr>
            <p:ph type="body" idx="1"/>
          </p:nvPr>
        </p:nvSpPr>
        <p:spPr>
          <a:xfrm>
            <a:off x="682625" y="2057400"/>
            <a:ext cx="319405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ulim"/>
              <a:buChar char="•"/>
              <a:defRPr sz="32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body" idx="1"/>
          </p:nvPr>
        </p:nvSpPr>
        <p:spPr>
          <a:xfrm>
            <a:off x="4211638" y="987425"/>
            <a:ext cx="5014912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sz="32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sz="2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682625" y="2057400"/>
            <a:ext cx="319405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93" name="Google Shape;93;p22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sz="24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body" idx="2"/>
          </p:nvPr>
        </p:nvSpPr>
        <p:spPr>
          <a:xfrm>
            <a:off x="682625" y="2505075"/>
            <a:ext cx="419100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115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ulim"/>
              <a:buChar char="•"/>
              <a:defRPr sz="13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Char char="–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ulim"/>
              <a:buChar char="•"/>
              <a:defRPr sz="11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»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body" idx="3"/>
          </p:nvPr>
        </p:nvSpPr>
        <p:spPr>
          <a:xfrm>
            <a:off x="5014913" y="1681163"/>
            <a:ext cx="42116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sz="24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04" name="Google Shape;104;p25"/>
          <p:cNvSpPr txBox="1">
            <a:spLocks noGrp="1"/>
          </p:cNvSpPr>
          <p:nvPr>
            <p:ph type="body" idx="4"/>
          </p:nvPr>
        </p:nvSpPr>
        <p:spPr>
          <a:xfrm>
            <a:off x="5014913" y="2505075"/>
            <a:ext cx="42116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115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ulim"/>
              <a:buChar char="•"/>
              <a:defRPr sz="13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Char char="–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ulim"/>
              <a:buChar char="•"/>
              <a:defRPr sz="11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»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05" name="Google Shape;105;p25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419576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115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ulim"/>
              <a:buChar char="•"/>
              <a:defRPr sz="13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Char char="–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ulim"/>
              <a:buChar char="•"/>
              <a:defRPr sz="11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»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09" name="Google Shape;109;p26"/>
          <p:cNvSpPr txBox="1">
            <a:spLocks noGrp="1"/>
          </p:cNvSpPr>
          <p:nvPr>
            <p:ph type="body" idx="2"/>
          </p:nvPr>
        </p:nvSpPr>
        <p:spPr>
          <a:xfrm>
            <a:off x="5029200" y="1825625"/>
            <a:ext cx="419576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115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ulim"/>
              <a:buChar char="•"/>
              <a:defRPr sz="13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Char char="–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ulim"/>
              <a:buChar char="•"/>
              <a:defRPr sz="11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»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Gulim"/>
              <a:buChar char="•"/>
              <a:defRPr sz="60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sz="24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17" name="Google Shape;117;p28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115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ulim"/>
              <a:buChar char="•"/>
              <a:defRPr sz="13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Char char="–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ulim"/>
              <a:buChar char="•"/>
              <a:defRPr sz="11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»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18" name="Google Shape;118;p28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Gulim"/>
              <a:buChar char="•"/>
              <a:defRPr sz="60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Gulim"/>
              <a:buChar char="•"/>
              <a:defRPr sz="1600" b="1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21" name="Google Shape;121;p29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sz="24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22" name="Google Shape;122;p29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4"/>
          <p:cNvCxnSpPr/>
          <p:nvPr/>
        </p:nvCxnSpPr>
        <p:spPr>
          <a:xfrm>
            <a:off x="920750" y="2859087"/>
            <a:ext cx="7920037" cy="0"/>
          </a:xfrm>
          <a:prstGeom prst="straightConnector1">
            <a:avLst/>
          </a:prstGeom>
          <a:noFill/>
          <a:ln w="12700" cap="flat" cmpd="sng">
            <a:solidFill>
              <a:srgbClr val="C0C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12;p4"/>
          <p:cNvSpPr txBox="1"/>
          <p:nvPr/>
        </p:nvSpPr>
        <p:spPr>
          <a:xfrm>
            <a:off x="3736975" y="6308725"/>
            <a:ext cx="2432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algun Gothic"/>
              <a:buNone/>
            </a:pPr>
            <a:r>
              <a:rPr lang="en-US" sz="800" b="0" i="0" u="none" strike="noStrike" cap="none" dirty="0">
                <a:solidFill>
                  <a:schemeClr val="lt2"/>
                </a:solidFill>
                <a:latin typeface="Malgun Gothic"/>
                <a:ea typeface="Malgun Gothic"/>
                <a:cs typeface="Malgun Gothic"/>
                <a:sym typeface="Malgun Gothic"/>
              </a:rPr>
              <a:t>Copyright © </a:t>
            </a:r>
            <a:r>
              <a:rPr lang="ko-KR" altLang="en-US" sz="800" b="0" i="0" u="none" strike="noStrike" cap="none" dirty="0" err="1" smtClean="0">
                <a:solidFill>
                  <a:schemeClr val="lt2"/>
                </a:solidFill>
                <a:latin typeface="Malgun Gothic"/>
                <a:ea typeface="Malgun Gothic"/>
                <a:cs typeface="Malgun Gothic"/>
                <a:sym typeface="Malgun Gothic"/>
              </a:rPr>
              <a:t>㈜엠파시</a:t>
            </a:r>
            <a:r>
              <a:rPr lang="ko-KR" altLang="en-US" sz="800" b="0" i="0" u="none" strike="noStrike" cap="none" dirty="0" smtClean="0">
                <a:solidFill>
                  <a:schemeClr val="lt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800" b="0" i="0" u="none" strike="noStrike" cap="none" dirty="0" smtClean="0">
                <a:solidFill>
                  <a:schemeClr val="lt2"/>
                </a:solidFill>
                <a:latin typeface="Malgun Gothic"/>
                <a:ea typeface="Malgun Gothic"/>
                <a:cs typeface="Malgun Gothic"/>
                <a:sym typeface="Malgun Gothic"/>
              </a:rPr>
              <a:t>All </a:t>
            </a:r>
            <a:r>
              <a:rPr lang="en-US" sz="800" b="0" i="0" u="none" strike="noStrike" cap="none" dirty="0">
                <a:solidFill>
                  <a:schemeClr val="lt2"/>
                </a:solidFill>
                <a:latin typeface="Malgun Gothic"/>
                <a:ea typeface="Malgun Gothic"/>
                <a:cs typeface="Malgun Gothic"/>
                <a:sym typeface="Malgun Gothic"/>
              </a:rPr>
              <a:t>Rights Reserved.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"/>
          <p:cNvSpPr txBox="1">
            <a:spLocks noGrp="1"/>
          </p:cNvSpPr>
          <p:nvPr>
            <p:ph type="title"/>
          </p:nvPr>
        </p:nvSpPr>
        <p:spPr>
          <a:xfrm>
            <a:off x="128587" y="115887"/>
            <a:ext cx="9648825" cy="433387"/>
          </a:xfrm>
          <a:prstGeom prst="rect">
            <a:avLst/>
          </a:prstGeom>
          <a:noFill/>
          <a:ln w="25400" cap="flat" cmpd="sng">
            <a:solidFill>
              <a:srgbClr val="C0C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lgun Gothic"/>
              <a:buChar char="•"/>
              <a:defRPr sz="1600" b="1" i="0" u="none" strike="noStrike" cap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lgun Gothic"/>
              <a:buChar char="•"/>
              <a:defRPr sz="1600" b="1" i="0" u="none" strike="noStrike" cap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lgun Gothic"/>
              <a:buChar char="•"/>
              <a:defRPr sz="1600" b="1" i="0" u="none" strike="noStrike" cap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lgun Gothic"/>
              <a:buChar char="•"/>
              <a:defRPr sz="1600" b="1" i="0" u="none" strike="noStrike" cap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lgun Gothic"/>
              <a:buChar char="•"/>
              <a:defRPr sz="1600" b="1" i="0" u="none" strike="noStrike" cap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lgun Gothic"/>
              <a:buChar char="•"/>
              <a:defRPr sz="1600" b="1" i="0" u="none" strike="noStrike" cap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lgun Gothic"/>
              <a:buChar char="•"/>
              <a:defRPr sz="1600" b="1" i="0" u="none" strike="noStrike" cap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lgun Gothic"/>
              <a:buChar char="•"/>
              <a:defRPr sz="1600" b="1" i="0" u="none" strike="noStrike" cap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lgun Gothic"/>
              <a:buChar char="•"/>
              <a:defRPr sz="1600" b="1" i="0" u="none" strike="noStrike" cap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128587" y="620712"/>
            <a:ext cx="9648825" cy="576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115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ulim"/>
              <a:buChar char="•"/>
              <a:defRPr sz="13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Char char="–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ulim"/>
              <a:buChar char="•"/>
              <a:defRPr sz="11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»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title"/>
          </p:nvPr>
        </p:nvSpPr>
        <p:spPr>
          <a:xfrm>
            <a:off x="128587" y="115887"/>
            <a:ext cx="9648825" cy="433387"/>
          </a:xfrm>
          <a:prstGeom prst="rect">
            <a:avLst/>
          </a:prstGeom>
          <a:noFill/>
          <a:ln w="25400" cap="flat" cmpd="sng">
            <a:solidFill>
              <a:srgbClr val="C0C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lgun Gothic"/>
              <a:buChar char="•"/>
              <a:defRPr sz="1600" b="1" i="0" u="none" strike="noStrike" cap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lgun Gothic"/>
              <a:buChar char="•"/>
              <a:defRPr sz="1600" b="1" i="0" u="none" strike="noStrike" cap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lgun Gothic"/>
              <a:buChar char="•"/>
              <a:defRPr sz="1600" b="1" i="0" u="none" strike="noStrike" cap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lgun Gothic"/>
              <a:buChar char="•"/>
              <a:defRPr sz="1600" b="1" i="0" u="none" strike="noStrike" cap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lgun Gothic"/>
              <a:buChar char="•"/>
              <a:defRPr sz="1600" b="1" i="0" u="none" strike="noStrike" cap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lgun Gothic"/>
              <a:buChar char="•"/>
              <a:defRPr sz="1600" b="1" i="0" u="none" strike="noStrike" cap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lgun Gothic"/>
              <a:buChar char="•"/>
              <a:defRPr sz="1600" b="1" i="0" u="none" strike="noStrike" cap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lgun Gothic"/>
              <a:buChar char="•"/>
              <a:defRPr sz="1600" b="1" i="0" u="none" strike="noStrike" cap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lgun Gothic"/>
              <a:buChar char="•"/>
              <a:defRPr sz="1600" b="1" i="0" u="none" strike="noStrike" cap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cxnSp>
        <p:nvCxnSpPr>
          <p:cNvPr id="21" name="Google Shape;21;p6"/>
          <p:cNvCxnSpPr/>
          <p:nvPr/>
        </p:nvCxnSpPr>
        <p:spPr>
          <a:xfrm>
            <a:off x="128587" y="6524625"/>
            <a:ext cx="964882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8" descr="C:\Silvertable\01.ELUO CNC\09.CI\eluoci\Eluo_E_CI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094787" y="6553200"/>
            <a:ext cx="682625" cy="21748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8"/>
          <p:cNvSpPr txBox="1">
            <a:spLocks noGrp="1"/>
          </p:cNvSpPr>
          <p:nvPr>
            <p:ph type="sldNum" idx="12"/>
          </p:nvPr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</a:t>
            </a:r>
            <a:fld id="{00000000-1234-1234-1234-123412341234}" type="slidenum">
              <a:rPr lang="en-US"/>
              <a:t>‹#›</a:t>
            </a:fld>
            <a:r>
              <a:rPr lang="en-US"/>
              <a:t> -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" name="Google Shape;71;p18"/>
          <p:cNvCxnSpPr/>
          <p:nvPr/>
        </p:nvCxnSpPr>
        <p:spPr>
          <a:xfrm>
            <a:off x="128587" y="6524625"/>
            <a:ext cx="964882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72" name="Google Shape;72;p18"/>
          <p:cNvGraphicFramePr/>
          <p:nvPr/>
        </p:nvGraphicFramePr>
        <p:xfrm>
          <a:off x="90487" y="49212"/>
          <a:ext cx="9737700" cy="598380"/>
        </p:xfrm>
        <a:graphic>
          <a:graphicData uri="http://schemas.openxmlformats.org/drawingml/2006/table">
            <a:tbl>
              <a:tblPr>
                <a:noFill/>
                <a:tableStyleId>{301AF018-D3F9-4EAE-A5C6-63A5F4353E8F}</a:tableStyleId>
              </a:tblPr>
              <a:tblGrid>
                <a:gridCol w="158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2250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0000" marR="90000" marT="46725" marB="46725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화면설계서(마케팅)</a:t>
                      </a:r>
                      <a:endParaRPr sz="1400" u="none" strike="noStrike" cap="none"/>
                    </a:p>
                  </a:txBody>
                  <a:tcPr marL="90000" marR="90000" marT="46725" marB="467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0000" marR="90000" marT="46725" marB="46725" anchor="ctr"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문서번호 : IPS-3D-231</a:t>
                      </a:r>
                      <a:endParaRPr sz="1400" u="none" strike="noStrike" cap="none"/>
                    </a:p>
                  </a:txBody>
                  <a:tcPr marL="90000" marR="90000" marT="46725" marB="467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버전 : V0.4</a:t>
                      </a:r>
                      <a:endParaRPr sz="1400" u="none" strike="noStrike" cap="none"/>
                    </a:p>
                  </a:txBody>
                  <a:tcPr marL="90000" marR="90000" marT="46725" marB="467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개정일자 : 2009.06.26</a:t>
                      </a:r>
                      <a:endParaRPr sz="1400" u="none" strike="noStrike" cap="none"/>
                    </a:p>
                  </a:txBody>
                  <a:tcPr marL="90000" marR="90000" marT="46725" marB="467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작성자 : 박미선</a:t>
                      </a:r>
                      <a:endParaRPr sz="1400" u="none" strike="noStrike" cap="none"/>
                    </a:p>
                  </a:txBody>
                  <a:tcPr marL="90000" marR="90000" marT="46725" marB="467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3" name="Google Shape;73;p18"/>
          <p:cNvSpPr txBox="1"/>
          <p:nvPr/>
        </p:nvSpPr>
        <p:spPr>
          <a:xfrm>
            <a:off x="93662" y="647700"/>
            <a:ext cx="7302500" cy="583088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pic>
        <p:nvPicPr>
          <p:cNvPr id="74" name="Google Shape;74;p18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0487" y="6553200"/>
            <a:ext cx="920750" cy="280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8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15925" y="174625"/>
            <a:ext cx="920750" cy="28098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 txBox="1">
            <a:spLocks noGrp="1"/>
          </p:cNvSpPr>
          <p:nvPr>
            <p:ph type="ctrTitle"/>
          </p:nvPr>
        </p:nvSpPr>
        <p:spPr>
          <a:xfrm>
            <a:off x="920750" y="2211387"/>
            <a:ext cx="7920037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</a:pPr>
            <a:r>
              <a:rPr lang="en-US" sz="3200" b="1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운영자 매뉴얼</a:t>
            </a:r>
            <a:endParaRPr/>
          </a:p>
        </p:txBody>
      </p:sp>
      <p:sp>
        <p:nvSpPr>
          <p:cNvPr id="129" name="Google Shape;129;p1"/>
          <p:cNvSpPr txBox="1">
            <a:spLocks noGrp="1"/>
          </p:cNvSpPr>
          <p:nvPr>
            <p:ph type="subTitle" idx="1"/>
          </p:nvPr>
        </p:nvSpPr>
        <p:spPr>
          <a:xfrm>
            <a:off x="920750" y="1930400"/>
            <a:ext cx="7920037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algun Gothic"/>
              <a:buNone/>
            </a:pPr>
            <a:r>
              <a:rPr lang="en-US">
                <a:solidFill>
                  <a:schemeClr val="lt2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프로젝트명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"/>
          <p:cNvSpPr txBox="1"/>
          <p:nvPr/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r>
              <a:rPr lang="en-US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7" name="Google Shape;137;p2"/>
          <p:cNvGraphicFramePr/>
          <p:nvPr>
            <p:extLst>
              <p:ext uri="{D42A27DB-BD31-4B8C-83A1-F6EECF244321}">
                <p14:modId xmlns:p14="http://schemas.microsoft.com/office/powerpoint/2010/main" val="2854998886"/>
              </p:ext>
            </p:extLst>
          </p:nvPr>
        </p:nvGraphicFramePr>
        <p:xfrm>
          <a:off x="128587" y="1125537"/>
          <a:ext cx="9648800" cy="5016935"/>
        </p:xfrm>
        <a:graphic>
          <a:graphicData uri="http://schemas.openxmlformats.org/drawingml/2006/table">
            <a:tbl>
              <a:tblPr>
                <a:noFill/>
                <a:tableStyleId>{301AF018-D3F9-4EAE-A5C6-63A5F4353E8F}</a:tableStyleId>
              </a:tblPr>
              <a:tblGrid>
                <a:gridCol w="109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7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3333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버전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3333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개정일자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3333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개정내역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3333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333333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승인자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2020-12-03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최초작성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38" name="Google Shape;138;p2"/>
          <p:cNvSpPr txBox="1">
            <a:spLocks noGrp="1"/>
          </p:cNvSpPr>
          <p:nvPr>
            <p:ph type="title"/>
          </p:nvPr>
        </p:nvSpPr>
        <p:spPr>
          <a:xfrm>
            <a:off x="128587" y="765175"/>
            <a:ext cx="9648825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82562" lvl="0" indent="-1825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algun Gothic"/>
              <a:buChar char="•"/>
            </a:pPr>
            <a:r>
              <a:rPr lang="en-US" sz="1200" b="1" i="0" u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제·개정이력</a:t>
            </a:r>
            <a:endParaRPr/>
          </a:p>
        </p:txBody>
      </p:sp>
      <p:graphicFrame>
        <p:nvGraphicFramePr>
          <p:cNvPr id="139" name="Google Shape;139;p2"/>
          <p:cNvGraphicFramePr/>
          <p:nvPr/>
        </p:nvGraphicFramePr>
        <p:xfrm>
          <a:off x="128587" y="47625"/>
          <a:ext cx="9648800" cy="598380"/>
        </p:xfrm>
        <a:graphic>
          <a:graphicData uri="http://schemas.openxmlformats.org/drawingml/2006/table">
            <a:tbl>
              <a:tblPr>
                <a:noFill/>
                <a:tableStyleId>{301AF018-D3F9-4EAE-A5C6-63A5F4353E8F}</a:tableStyleId>
              </a:tblPr>
              <a:tblGrid>
                <a:gridCol w="156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2250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0000" marR="90000" marT="46725" marB="46725" anchor="ctr">
                    <a:lnL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Malgun Gothic"/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운영자 매뉴얼</a:t>
                      </a:r>
                      <a:endParaRPr sz="1400" u="none" strike="noStrike" cap="none"/>
                    </a:p>
                  </a:txBody>
                  <a:tcPr marL="90000" marR="90000" marT="46725" marB="467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90000" marR="90000" marT="46725" marB="46725" anchor="ctr"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문서번호 : IPS-3D-231</a:t>
                      </a:r>
                      <a:endParaRPr sz="1400" u="none" strike="noStrike" cap="none"/>
                    </a:p>
                  </a:txBody>
                  <a:tcPr marL="90000" marR="90000" marT="46725" marB="467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버전 : V0.1</a:t>
                      </a:r>
                      <a:endParaRPr sz="1400" u="none" strike="noStrike" cap="none"/>
                    </a:p>
                  </a:txBody>
                  <a:tcPr marL="90000" marR="90000" marT="46725" marB="467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개정일자 : 2009.06.26</a:t>
                      </a:r>
                      <a:endParaRPr sz="1400" u="none" strike="noStrike" cap="none"/>
                    </a:p>
                  </a:txBody>
                  <a:tcPr marL="90000" marR="90000" marT="46725" marB="467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 :</a:t>
                      </a:r>
                      <a:endParaRPr sz="1400" u="none" strike="noStrike" cap="none"/>
                    </a:p>
                  </a:txBody>
                  <a:tcPr marL="90000" marR="90000" marT="46725" marB="467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 txBox="1"/>
          <p:nvPr/>
        </p:nvSpPr>
        <p:spPr>
          <a:xfrm>
            <a:off x="3800475" y="6608762"/>
            <a:ext cx="2311400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- </a:t>
            </a: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2</a:t>
            </a:fld>
            <a:r>
              <a:rPr lang="en-US"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-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"/>
          <p:cNvSpPr txBox="1">
            <a:spLocks noGrp="1"/>
          </p:cNvSpPr>
          <p:nvPr>
            <p:ph type="title"/>
          </p:nvPr>
        </p:nvSpPr>
        <p:spPr>
          <a:xfrm>
            <a:off x="128587" y="115887"/>
            <a:ext cx="9648825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556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lgun Gothic"/>
              <a:buChar char="•"/>
            </a:pPr>
            <a:r>
              <a:rPr lang="en-US" sz="1600" b="1" i="0" u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운영자 매뉴얼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A4 용지(210x297mm)</PresentationFormat>
  <Paragraphs>22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Gulim</vt:lpstr>
      <vt:lpstr>Malgun Gothic</vt:lpstr>
      <vt:lpstr>Arial</vt:lpstr>
      <vt:lpstr>2_디자인 사용자 지정</vt:lpstr>
      <vt:lpstr>디자인 사용자 지정</vt:lpstr>
      <vt:lpstr>1_디자인 사용자 지정</vt:lpstr>
      <vt:lpstr>운영자 매뉴얼</vt:lpstr>
      <vt:lpstr>제·개정이력</vt:lpstr>
      <vt:lpstr>운영자 매뉴얼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운영자 매뉴얼</dc:title>
  <cp:lastModifiedBy>Empasy</cp:lastModifiedBy>
  <cp:revision>1</cp:revision>
  <dcterms:created xsi:type="dcterms:W3CDTF">2006-01-25T12:41:50Z</dcterms:created>
  <dcterms:modified xsi:type="dcterms:W3CDTF">2023-06-30T10:55:20Z</dcterms:modified>
</cp:coreProperties>
</file>