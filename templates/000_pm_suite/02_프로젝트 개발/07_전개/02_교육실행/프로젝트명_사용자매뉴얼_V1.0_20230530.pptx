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trictFirstAndLastChars="0" saveSubsetFonts="1" autoCompressPictures="0">
  <p:sldMasterIdLst>
    <p:sldMasterId id="2147483648" r:id="rId1"/>
    <p:sldMasterId id="2147483650" r:id="rId2"/>
    <p:sldMasterId id="2147483662" r:id="rId3"/>
  </p:sldMasterIdLst>
  <p:notesMasterIdLst>
    <p:notesMasterId r:id="rId7"/>
  </p:notesMasterIdLst>
  <p:sldIdLst>
    <p:sldId id="256" r:id="rId4"/>
    <p:sldId id="257" r:id="rId5"/>
    <p:sldId id="258" r:id="rId6"/>
  </p:sldIdLst>
  <p:sldSz cx="9906000" cy="6858000" type="A4"/>
  <p:notesSz cx="6797675" cy="987425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247">
          <p15:clr>
            <a:srgbClr val="000000"/>
          </p15:clr>
        </p15:guide>
        <p15:guide id="2" orient="horz" pos="391">
          <p15:clr>
            <a:srgbClr val="000000"/>
          </p15:clr>
        </p15:guide>
        <p15:guide id="3" orient="horz" pos="709">
          <p15:clr>
            <a:srgbClr val="000000"/>
          </p15:clr>
        </p15:guide>
        <p15:guide id="4" orient="horz" pos="3974">
          <p15:clr>
            <a:srgbClr val="000000"/>
          </p15:clr>
        </p15:guide>
        <p15:guide id="5" pos="6159">
          <p15:clr>
            <a:srgbClr val="000000"/>
          </p15:clr>
        </p15:guide>
        <p15:guide id="6" pos="81">
          <p15:clr>
            <a:srgbClr val="000000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10">
          <p15:clr>
            <a:srgbClr val="000000"/>
          </p15:clr>
        </p15:guide>
        <p15:guide id="2" pos="2141">
          <p15:clr>
            <a:srgbClr val="000000"/>
          </p15:clr>
        </p15:guide>
      </p15:notes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2" roundtripDataSignature="AMtx7mief71XwSC5fbQ7SBHUcGxmG9Rpw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7B1B357-2D85-4D43-8E58-CD29A465A09A}">
  <a:tblStyle styleId="{F7B1B357-2D85-4D43-8E58-CD29A465A09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032" y="72"/>
      </p:cViewPr>
      <p:guideLst>
        <p:guide orient="horz" pos="4247"/>
        <p:guide orient="horz" pos="391"/>
        <p:guide orient="horz" pos="709"/>
        <p:guide orient="horz" pos="3974"/>
        <p:guide pos="6159"/>
        <p:guide pos="81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110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12" Type="http://customschemas.google.com/relationships/presentationmetadata" Target="metadata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15" Type="http://schemas.openxmlformats.org/officeDocument/2006/relationships/theme" Target="theme/theme1.xml"/><Relationship Id="rId4" Type="http://schemas.openxmlformats.org/officeDocument/2006/relationships/slide" Target="slides/slide1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448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275" y="0"/>
            <a:ext cx="29448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25487" y="739775"/>
            <a:ext cx="5346700" cy="37036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79450" y="4691062"/>
            <a:ext cx="5438775" cy="4443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378950"/>
            <a:ext cx="29448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275" y="9378950"/>
            <a:ext cx="29448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Gulim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‹#›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:notes"/>
          <p:cNvSpPr txBox="1"/>
          <p:nvPr/>
        </p:nvSpPr>
        <p:spPr>
          <a:xfrm>
            <a:off x="3851275" y="9378950"/>
            <a:ext cx="29448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0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725488" y="739775"/>
            <a:ext cx="5346700" cy="370363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6" name="Google Shape;126;p1:notes"/>
          <p:cNvSpPr txBox="1">
            <a:spLocks noGrp="1"/>
          </p:cNvSpPr>
          <p:nvPr>
            <p:ph type="body" idx="1"/>
          </p:nvPr>
        </p:nvSpPr>
        <p:spPr>
          <a:xfrm>
            <a:off x="679450" y="4691062"/>
            <a:ext cx="5438775" cy="4443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:notes"/>
          <p:cNvSpPr txBox="1"/>
          <p:nvPr/>
        </p:nvSpPr>
        <p:spPr>
          <a:xfrm>
            <a:off x="3851275" y="9378950"/>
            <a:ext cx="29448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725488" y="739775"/>
            <a:ext cx="5346700" cy="370363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4" name="Google Shape;134;p2:notes"/>
          <p:cNvSpPr txBox="1">
            <a:spLocks noGrp="1"/>
          </p:cNvSpPr>
          <p:nvPr>
            <p:ph type="body" idx="1"/>
          </p:nvPr>
        </p:nvSpPr>
        <p:spPr>
          <a:xfrm>
            <a:off x="679450" y="4691062"/>
            <a:ext cx="5438775" cy="4443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:notes"/>
          <p:cNvSpPr txBox="1"/>
          <p:nvPr/>
        </p:nvSpPr>
        <p:spPr>
          <a:xfrm>
            <a:off x="3851275" y="9378950"/>
            <a:ext cx="29448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Gulim"/>
              <a:buNone/>
            </a:pPr>
            <a:fld id="{00000000-1234-1234-1234-123412341234}" type="slidenum">
              <a:rPr lang="en-US" sz="1800" b="1" i="0" u="none" strike="noStrike" cap="none">
                <a:solidFill>
                  <a:srgbClr val="000000"/>
                </a:solidFill>
                <a:latin typeface="Gulim"/>
                <a:ea typeface="Gulim"/>
                <a:cs typeface="Gulim"/>
                <a:sym typeface="Gulim"/>
              </a:rPr>
              <a:t>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25488" y="739775"/>
            <a:ext cx="5346700" cy="370363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3" name="Google Shape;143;p3:notes"/>
          <p:cNvSpPr txBox="1">
            <a:spLocks noGrp="1"/>
          </p:cNvSpPr>
          <p:nvPr>
            <p:ph type="body" idx="1"/>
          </p:nvPr>
        </p:nvSpPr>
        <p:spPr>
          <a:xfrm>
            <a:off x="679450" y="4691062"/>
            <a:ext cx="5438775" cy="4443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5"/>
          <p:cNvSpPr txBox="1">
            <a:spLocks noGrp="1"/>
          </p:cNvSpPr>
          <p:nvPr>
            <p:ph type="ctrTitle"/>
          </p:nvPr>
        </p:nvSpPr>
        <p:spPr>
          <a:xfrm>
            <a:off x="920750" y="2211388"/>
            <a:ext cx="7920038" cy="577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ubTitle" idx="1"/>
          </p:nvPr>
        </p:nvSpPr>
        <p:spPr>
          <a:xfrm>
            <a:off x="920750" y="1930400"/>
            <a:ext cx="7920038" cy="274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표" type="tbl">
  <p:cSld name="TAB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 txBox="1">
            <a:spLocks noGrp="1"/>
          </p:cNvSpPr>
          <p:nvPr>
            <p:ph type="title"/>
          </p:nvPr>
        </p:nvSpPr>
        <p:spPr>
          <a:xfrm>
            <a:off x="128588" y="115888"/>
            <a:ext cx="9648825" cy="433387"/>
          </a:xfrm>
          <a:prstGeom prst="rect">
            <a:avLst/>
          </a:prstGeom>
          <a:noFill/>
          <a:ln w="254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7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8"/>
          <p:cNvSpPr txBox="1">
            <a:spLocks noGrp="1"/>
          </p:cNvSpPr>
          <p:nvPr>
            <p:ph type="title"/>
          </p:nvPr>
        </p:nvSpPr>
        <p:spPr>
          <a:xfrm rot="5400000">
            <a:off x="5403057" y="2078831"/>
            <a:ext cx="6337300" cy="2411413"/>
          </a:xfrm>
          <a:prstGeom prst="rect">
            <a:avLst/>
          </a:prstGeom>
          <a:noFill/>
          <a:ln w="254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8"/>
          <p:cNvSpPr txBox="1">
            <a:spLocks noGrp="1"/>
          </p:cNvSpPr>
          <p:nvPr>
            <p:ph type="body" idx="1"/>
          </p:nvPr>
        </p:nvSpPr>
        <p:spPr>
          <a:xfrm rot="5400000">
            <a:off x="502444" y="-257968"/>
            <a:ext cx="6337300" cy="7085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8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9"/>
          <p:cNvSpPr txBox="1">
            <a:spLocks noGrp="1"/>
          </p:cNvSpPr>
          <p:nvPr>
            <p:ph type="title"/>
          </p:nvPr>
        </p:nvSpPr>
        <p:spPr>
          <a:xfrm>
            <a:off x="128587" y="115887"/>
            <a:ext cx="9648825" cy="433387"/>
          </a:xfrm>
          <a:prstGeom prst="rect">
            <a:avLst/>
          </a:prstGeom>
          <a:noFill/>
          <a:ln w="254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" name="Google Shape;31;p9"/>
          <p:cNvSpPr txBox="1">
            <a:spLocks noGrp="1"/>
          </p:cNvSpPr>
          <p:nvPr>
            <p:ph type="body" idx="1"/>
          </p:nvPr>
        </p:nvSpPr>
        <p:spPr>
          <a:xfrm rot="5400000">
            <a:off x="2072481" y="-1323182"/>
            <a:ext cx="5761037" cy="9648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9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0"/>
          <p:cNvSpPr txBox="1">
            <a:spLocks noGrp="1"/>
          </p:cNvSpPr>
          <p:nvPr>
            <p:ph type="title"/>
          </p:nvPr>
        </p:nvSpPr>
        <p:spPr>
          <a:xfrm>
            <a:off x="682625" y="457200"/>
            <a:ext cx="3194050" cy="1600200"/>
          </a:xfrm>
          <a:prstGeom prst="rect">
            <a:avLst/>
          </a:prstGeom>
          <a:noFill/>
          <a:ln w="254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Malgun Gothic"/>
              <a:buChar char="•"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0"/>
          <p:cNvSpPr>
            <a:spLocks noGrp="1"/>
          </p:cNvSpPr>
          <p:nvPr>
            <p:ph type="pic" idx="2"/>
          </p:nvPr>
        </p:nvSpPr>
        <p:spPr>
          <a:xfrm>
            <a:off x="4211638" y="987425"/>
            <a:ext cx="5014912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36" name="Google Shape;36;p10"/>
          <p:cNvSpPr txBox="1">
            <a:spLocks noGrp="1"/>
          </p:cNvSpPr>
          <p:nvPr>
            <p:ph type="body" idx="1"/>
          </p:nvPr>
        </p:nvSpPr>
        <p:spPr>
          <a:xfrm>
            <a:off x="682625" y="2057400"/>
            <a:ext cx="3194050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/>
            </a:lvl1pPr>
            <a:lvl2pPr marL="914400" lvl="1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lim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37" name="Google Shape;37;p10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1"/>
          <p:cNvSpPr txBox="1">
            <a:spLocks noGrp="1"/>
          </p:cNvSpPr>
          <p:nvPr>
            <p:ph type="title"/>
          </p:nvPr>
        </p:nvSpPr>
        <p:spPr>
          <a:xfrm>
            <a:off x="682625" y="457200"/>
            <a:ext cx="3194050" cy="1600200"/>
          </a:xfrm>
          <a:prstGeom prst="rect">
            <a:avLst/>
          </a:prstGeom>
          <a:noFill/>
          <a:ln w="254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Malgun Gothic"/>
              <a:buChar char="•"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1"/>
          <p:cNvSpPr txBox="1">
            <a:spLocks noGrp="1"/>
          </p:cNvSpPr>
          <p:nvPr>
            <p:ph type="body" idx="1"/>
          </p:nvPr>
        </p:nvSpPr>
        <p:spPr>
          <a:xfrm>
            <a:off x="4211638" y="987425"/>
            <a:ext cx="5014912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ulim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41" name="Google Shape;41;p11"/>
          <p:cNvSpPr txBox="1">
            <a:spLocks noGrp="1"/>
          </p:cNvSpPr>
          <p:nvPr>
            <p:ph type="body" idx="2"/>
          </p:nvPr>
        </p:nvSpPr>
        <p:spPr>
          <a:xfrm>
            <a:off x="682625" y="2057400"/>
            <a:ext cx="3194050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/>
            </a:lvl1pPr>
            <a:lvl2pPr marL="914400" lvl="1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/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lim"/>
              <a:buNone/>
              <a:defRPr sz="1200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2" name="Google Shape;42;p11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2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3"/>
          <p:cNvSpPr txBox="1">
            <a:spLocks noGrp="1"/>
          </p:cNvSpPr>
          <p:nvPr>
            <p:ph type="title"/>
          </p:nvPr>
        </p:nvSpPr>
        <p:spPr>
          <a:xfrm>
            <a:off x="128587" y="115887"/>
            <a:ext cx="9648825" cy="433387"/>
          </a:xfrm>
          <a:prstGeom prst="rect">
            <a:avLst/>
          </a:prstGeom>
          <a:noFill/>
          <a:ln w="254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3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4"/>
          <p:cNvSpPr txBox="1">
            <a:spLocks noGrp="1"/>
          </p:cNvSpPr>
          <p:nvPr>
            <p:ph type="title"/>
          </p:nvPr>
        </p:nvSpPr>
        <p:spPr>
          <a:xfrm>
            <a:off x="682625" y="365125"/>
            <a:ext cx="8543925" cy="1325563"/>
          </a:xfrm>
          <a:prstGeom prst="rect">
            <a:avLst/>
          </a:prstGeom>
          <a:noFill/>
          <a:ln w="254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body" idx="1"/>
          </p:nvPr>
        </p:nvSpPr>
        <p:spPr>
          <a:xfrm>
            <a:off x="682625" y="1681163"/>
            <a:ext cx="4191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body" idx="2"/>
          </p:nvPr>
        </p:nvSpPr>
        <p:spPr>
          <a:xfrm>
            <a:off x="682625" y="2505075"/>
            <a:ext cx="4191000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body" idx="3"/>
          </p:nvPr>
        </p:nvSpPr>
        <p:spPr>
          <a:xfrm>
            <a:off x="5014913" y="1681163"/>
            <a:ext cx="421163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body" idx="4"/>
          </p:nvPr>
        </p:nvSpPr>
        <p:spPr>
          <a:xfrm>
            <a:off x="5014913" y="2505075"/>
            <a:ext cx="421163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5"/>
          <p:cNvSpPr txBox="1">
            <a:spLocks noGrp="1"/>
          </p:cNvSpPr>
          <p:nvPr>
            <p:ph type="title"/>
          </p:nvPr>
        </p:nvSpPr>
        <p:spPr>
          <a:xfrm>
            <a:off x="128587" y="115887"/>
            <a:ext cx="9648825" cy="433387"/>
          </a:xfrm>
          <a:prstGeom prst="rect">
            <a:avLst/>
          </a:prstGeom>
          <a:noFill/>
          <a:ln w="254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15"/>
          <p:cNvSpPr txBox="1">
            <a:spLocks noGrp="1"/>
          </p:cNvSpPr>
          <p:nvPr>
            <p:ph type="body" idx="1"/>
          </p:nvPr>
        </p:nvSpPr>
        <p:spPr>
          <a:xfrm>
            <a:off x="128588" y="692150"/>
            <a:ext cx="4748212" cy="5761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15"/>
          <p:cNvSpPr txBox="1">
            <a:spLocks noGrp="1"/>
          </p:cNvSpPr>
          <p:nvPr>
            <p:ph type="body" idx="2"/>
          </p:nvPr>
        </p:nvSpPr>
        <p:spPr>
          <a:xfrm>
            <a:off x="5029200" y="692150"/>
            <a:ext cx="4748213" cy="5761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15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676275" y="1709738"/>
            <a:ext cx="8543925" cy="2852737"/>
          </a:xfrm>
          <a:prstGeom prst="rect">
            <a:avLst/>
          </a:prstGeom>
          <a:noFill/>
          <a:ln w="254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Malgun Gothic"/>
              <a:buChar char="•"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1"/>
          </p:nvPr>
        </p:nvSpPr>
        <p:spPr>
          <a:xfrm>
            <a:off x="676275" y="4589463"/>
            <a:ext cx="8543925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None/>
              <a:defRPr sz="2400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7"/>
          <p:cNvSpPr txBox="1">
            <a:spLocks noGrp="1"/>
          </p:cNvSpPr>
          <p:nvPr>
            <p:ph type="title"/>
          </p:nvPr>
        </p:nvSpPr>
        <p:spPr>
          <a:xfrm>
            <a:off x="128587" y="115887"/>
            <a:ext cx="9648825" cy="433387"/>
          </a:xfrm>
          <a:prstGeom prst="rect">
            <a:avLst/>
          </a:prstGeom>
          <a:noFill/>
          <a:ln w="254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17"/>
          <p:cNvSpPr txBox="1">
            <a:spLocks noGrp="1"/>
          </p:cNvSpPr>
          <p:nvPr>
            <p:ph type="body" idx="1"/>
          </p:nvPr>
        </p:nvSpPr>
        <p:spPr>
          <a:xfrm>
            <a:off x="128587" y="620712"/>
            <a:ext cx="9648825" cy="576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9"/>
          <p:cNvSpPr txBox="1">
            <a:spLocks noGrp="1"/>
          </p:cNvSpPr>
          <p:nvPr>
            <p:ph type="title"/>
          </p:nvPr>
        </p:nvSpPr>
        <p:spPr>
          <a:xfrm rot="5400000">
            <a:off x="5251450" y="2203450"/>
            <a:ext cx="5811838" cy="21351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78" name="Google Shape;78;p19"/>
          <p:cNvSpPr txBox="1">
            <a:spLocks noGrp="1"/>
          </p:cNvSpPr>
          <p:nvPr>
            <p:ph type="body" idx="1"/>
          </p:nvPr>
        </p:nvSpPr>
        <p:spPr>
          <a:xfrm rot="5400000">
            <a:off x="903288" y="142875"/>
            <a:ext cx="5811838" cy="6256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11150" algn="l" rtl="0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Gulim"/>
              <a:buChar char="•"/>
              <a:defRPr sz="13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lim"/>
              <a:buChar char="–"/>
              <a:defRPr sz="1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Gulim"/>
              <a:buChar char="•"/>
              <a:defRPr sz="11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Char char="–"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Char char="»"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0"/>
          <p:cNvSpPr txBox="1">
            <a:spLocks noGrp="1"/>
          </p:cNvSpPr>
          <p:nvPr>
            <p:ph type="title"/>
          </p:nvPr>
        </p:nvSpPr>
        <p:spPr>
          <a:xfrm>
            <a:off x="681038" y="365125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82" name="Google Shape;82;p20"/>
          <p:cNvSpPr txBox="1">
            <a:spLocks noGrp="1"/>
          </p:cNvSpPr>
          <p:nvPr>
            <p:ph type="body" idx="1"/>
          </p:nvPr>
        </p:nvSpPr>
        <p:spPr>
          <a:xfrm rot="5400000">
            <a:off x="2777332" y="-270668"/>
            <a:ext cx="4351338" cy="8543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11150" algn="l" rtl="0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Gulim"/>
              <a:buChar char="•"/>
              <a:defRPr sz="13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lim"/>
              <a:buChar char="–"/>
              <a:defRPr sz="1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Gulim"/>
              <a:buChar char="•"/>
              <a:defRPr sz="11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Char char="–"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Char char="»"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83" name="Google Shape;83;p20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1"/>
          <p:cNvSpPr txBox="1">
            <a:spLocks noGrp="1"/>
          </p:cNvSpPr>
          <p:nvPr>
            <p:ph type="title"/>
          </p:nvPr>
        </p:nvSpPr>
        <p:spPr>
          <a:xfrm>
            <a:off x="682625" y="457200"/>
            <a:ext cx="319405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Gulim"/>
              <a:buChar char="•"/>
              <a:defRPr sz="32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86" name="Google Shape;86;p21"/>
          <p:cNvSpPr>
            <a:spLocks noGrp="1"/>
          </p:cNvSpPr>
          <p:nvPr>
            <p:ph type="pic" idx="2"/>
          </p:nvPr>
        </p:nvSpPr>
        <p:spPr>
          <a:xfrm>
            <a:off x="4211638" y="987425"/>
            <a:ext cx="5014912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7" name="Google Shape;87;p21"/>
          <p:cNvSpPr txBox="1">
            <a:spLocks noGrp="1"/>
          </p:cNvSpPr>
          <p:nvPr>
            <p:ph type="body" idx="1"/>
          </p:nvPr>
        </p:nvSpPr>
        <p:spPr>
          <a:xfrm>
            <a:off x="682625" y="2057400"/>
            <a:ext cx="3194050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lim"/>
              <a:buNone/>
              <a:defRPr sz="1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88" name="Google Shape;88;p21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2"/>
          <p:cNvSpPr txBox="1">
            <a:spLocks noGrp="1"/>
          </p:cNvSpPr>
          <p:nvPr>
            <p:ph type="title"/>
          </p:nvPr>
        </p:nvSpPr>
        <p:spPr>
          <a:xfrm>
            <a:off x="682625" y="457200"/>
            <a:ext cx="319405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Gulim"/>
              <a:buChar char="•"/>
              <a:defRPr sz="32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91" name="Google Shape;91;p22"/>
          <p:cNvSpPr txBox="1">
            <a:spLocks noGrp="1"/>
          </p:cNvSpPr>
          <p:nvPr>
            <p:ph type="body" idx="1"/>
          </p:nvPr>
        </p:nvSpPr>
        <p:spPr>
          <a:xfrm>
            <a:off x="4211638" y="987425"/>
            <a:ext cx="5014912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Gulim"/>
              <a:buChar char="•"/>
              <a:defRPr sz="32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ulim"/>
              <a:buChar char="–"/>
              <a:defRPr sz="2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Char char="•"/>
              <a:defRPr sz="2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–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Char char="»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92" name="Google Shape;92;p22"/>
          <p:cNvSpPr txBox="1">
            <a:spLocks noGrp="1"/>
          </p:cNvSpPr>
          <p:nvPr>
            <p:ph type="body" idx="2"/>
          </p:nvPr>
        </p:nvSpPr>
        <p:spPr>
          <a:xfrm>
            <a:off x="682625" y="2057400"/>
            <a:ext cx="3194050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ulim"/>
              <a:buNone/>
              <a:defRPr sz="14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lim"/>
              <a:buNone/>
              <a:defRPr sz="1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93" name="Google Shape;93;p22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3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4"/>
          <p:cNvSpPr txBox="1">
            <a:spLocks noGrp="1"/>
          </p:cNvSpPr>
          <p:nvPr>
            <p:ph type="title"/>
          </p:nvPr>
        </p:nvSpPr>
        <p:spPr>
          <a:xfrm>
            <a:off x="681038" y="365125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98" name="Google Shape;98;p24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5"/>
          <p:cNvSpPr txBox="1">
            <a:spLocks noGrp="1"/>
          </p:cNvSpPr>
          <p:nvPr>
            <p:ph type="title"/>
          </p:nvPr>
        </p:nvSpPr>
        <p:spPr>
          <a:xfrm>
            <a:off x="682625" y="365125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101" name="Google Shape;101;p25"/>
          <p:cNvSpPr txBox="1">
            <a:spLocks noGrp="1"/>
          </p:cNvSpPr>
          <p:nvPr>
            <p:ph type="body" idx="1"/>
          </p:nvPr>
        </p:nvSpPr>
        <p:spPr>
          <a:xfrm>
            <a:off x="682625" y="1681163"/>
            <a:ext cx="4191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None/>
              <a:defRPr sz="24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102" name="Google Shape;102;p25"/>
          <p:cNvSpPr txBox="1">
            <a:spLocks noGrp="1"/>
          </p:cNvSpPr>
          <p:nvPr>
            <p:ph type="body" idx="2"/>
          </p:nvPr>
        </p:nvSpPr>
        <p:spPr>
          <a:xfrm>
            <a:off x="682625" y="2505075"/>
            <a:ext cx="4191000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11150" algn="l" rtl="0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Gulim"/>
              <a:buChar char="•"/>
              <a:defRPr sz="13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lim"/>
              <a:buChar char="–"/>
              <a:defRPr sz="1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Gulim"/>
              <a:buChar char="•"/>
              <a:defRPr sz="11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Char char="–"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Char char="»"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103" name="Google Shape;103;p25"/>
          <p:cNvSpPr txBox="1">
            <a:spLocks noGrp="1"/>
          </p:cNvSpPr>
          <p:nvPr>
            <p:ph type="body" idx="3"/>
          </p:nvPr>
        </p:nvSpPr>
        <p:spPr>
          <a:xfrm>
            <a:off x="5014913" y="1681163"/>
            <a:ext cx="421163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None/>
              <a:defRPr sz="24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104" name="Google Shape;104;p25"/>
          <p:cNvSpPr txBox="1">
            <a:spLocks noGrp="1"/>
          </p:cNvSpPr>
          <p:nvPr>
            <p:ph type="body" idx="4"/>
          </p:nvPr>
        </p:nvSpPr>
        <p:spPr>
          <a:xfrm>
            <a:off x="5014913" y="2505075"/>
            <a:ext cx="421163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11150" algn="l" rtl="0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Gulim"/>
              <a:buChar char="•"/>
              <a:defRPr sz="13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lim"/>
              <a:buChar char="–"/>
              <a:defRPr sz="1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Gulim"/>
              <a:buChar char="•"/>
              <a:defRPr sz="11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Char char="–"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Char char="»"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105" name="Google Shape;105;p25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6"/>
          <p:cNvSpPr txBox="1">
            <a:spLocks noGrp="1"/>
          </p:cNvSpPr>
          <p:nvPr>
            <p:ph type="title"/>
          </p:nvPr>
        </p:nvSpPr>
        <p:spPr>
          <a:xfrm>
            <a:off x="681038" y="365125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108" name="Google Shape;108;p26"/>
          <p:cNvSpPr txBox="1">
            <a:spLocks noGrp="1"/>
          </p:cNvSpPr>
          <p:nvPr>
            <p:ph type="body" idx="1"/>
          </p:nvPr>
        </p:nvSpPr>
        <p:spPr>
          <a:xfrm>
            <a:off x="681038" y="1825625"/>
            <a:ext cx="4195762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11150" algn="l" rtl="0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Gulim"/>
              <a:buChar char="•"/>
              <a:defRPr sz="13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lim"/>
              <a:buChar char="–"/>
              <a:defRPr sz="1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Gulim"/>
              <a:buChar char="•"/>
              <a:defRPr sz="11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Char char="–"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Char char="»"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109" name="Google Shape;109;p26"/>
          <p:cNvSpPr txBox="1">
            <a:spLocks noGrp="1"/>
          </p:cNvSpPr>
          <p:nvPr>
            <p:ph type="body" idx="2"/>
          </p:nvPr>
        </p:nvSpPr>
        <p:spPr>
          <a:xfrm>
            <a:off x="5029200" y="1825625"/>
            <a:ext cx="4195763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11150" algn="l" rtl="0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Gulim"/>
              <a:buChar char="•"/>
              <a:defRPr sz="13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lim"/>
              <a:buChar char="–"/>
              <a:defRPr sz="1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Gulim"/>
              <a:buChar char="•"/>
              <a:defRPr sz="11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Char char="–"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Char char="»"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110" name="Google Shape;110;p26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7"/>
          <p:cNvSpPr txBox="1">
            <a:spLocks noGrp="1"/>
          </p:cNvSpPr>
          <p:nvPr>
            <p:ph type="title"/>
          </p:nvPr>
        </p:nvSpPr>
        <p:spPr>
          <a:xfrm>
            <a:off x="676275" y="1709738"/>
            <a:ext cx="8543925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Gulim"/>
              <a:buChar char="•"/>
              <a:defRPr sz="60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113" name="Google Shape;113;p27"/>
          <p:cNvSpPr txBox="1">
            <a:spLocks noGrp="1"/>
          </p:cNvSpPr>
          <p:nvPr>
            <p:ph type="body" idx="1"/>
          </p:nvPr>
        </p:nvSpPr>
        <p:spPr>
          <a:xfrm>
            <a:off x="676275" y="4589463"/>
            <a:ext cx="8543925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None/>
              <a:defRPr sz="24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114" name="Google Shape;114;p27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8"/>
          <p:cNvSpPr txBox="1">
            <a:spLocks noGrp="1"/>
          </p:cNvSpPr>
          <p:nvPr>
            <p:ph type="title"/>
          </p:nvPr>
        </p:nvSpPr>
        <p:spPr>
          <a:xfrm>
            <a:off x="681038" y="365125"/>
            <a:ext cx="8543925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117" name="Google Shape;117;p28"/>
          <p:cNvSpPr txBox="1"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11150" algn="l" rtl="0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Gulim"/>
              <a:buChar char="•"/>
              <a:defRPr sz="13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lim"/>
              <a:buChar char="–"/>
              <a:defRPr sz="1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Gulim"/>
              <a:buChar char="•"/>
              <a:defRPr sz="11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Char char="–"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Char char="»"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118" name="Google Shape;118;p28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9"/>
          <p:cNvSpPr txBox="1"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6000"/>
              <a:buFont typeface="Gulim"/>
              <a:buChar char="•"/>
              <a:defRPr sz="60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Gulim"/>
              <a:buChar char="•"/>
              <a:defRPr sz="1600" b="1" i="0" u="none" strike="noStrike" cap="none">
                <a:solidFill>
                  <a:schemeClr val="dk2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121" name="Google Shape;121;p29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ulim"/>
              <a:buNone/>
              <a:defRPr sz="24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R="0" lvl="1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ulim"/>
              <a:buNone/>
              <a:defRPr sz="2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R="0" lvl="2" algn="ctr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Gulim"/>
              <a:buNone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R="0" lvl="3" algn="ctr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R="0" lvl="4" algn="ctr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Gulim"/>
              <a:buNone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122" name="Google Shape;122;p29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4"/>
          <p:cNvCxnSpPr/>
          <p:nvPr/>
        </p:nvCxnSpPr>
        <p:spPr>
          <a:xfrm>
            <a:off x="920750" y="2859087"/>
            <a:ext cx="7920037" cy="0"/>
          </a:xfrm>
          <a:prstGeom prst="straightConnector1">
            <a:avLst/>
          </a:prstGeom>
          <a:noFill/>
          <a:ln w="127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2" name="Google Shape;12;p4"/>
          <p:cNvSpPr txBox="1"/>
          <p:nvPr/>
        </p:nvSpPr>
        <p:spPr>
          <a:xfrm>
            <a:off x="3736975" y="6308725"/>
            <a:ext cx="24321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00"/>
              <a:buFont typeface="Malgun Gothic"/>
              <a:buNone/>
            </a:pPr>
            <a:r>
              <a:rPr lang="en-US" sz="800" b="0" i="0" u="none" strike="noStrike" cap="none" dirty="0">
                <a:solidFill>
                  <a:schemeClr val="lt2"/>
                </a:solidFill>
                <a:latin typeface="Malgun Gothic"/>
                <a:ea typeface="Malgun Gothic"/>
                <a:cs typeface="Malgun Gothic"/>
                <a:sym typeface="Malgun Gothic"/>
              </a:rPr>
              <a:t>Copyright © </a:t>
            </a:r>
            <a:r>
              <a:rPr lang="ko-KR" altLang="en-US" sz="800" b="0" i="0" u="none" strike="noStrike" cap="none" dirty="0" err="1" smtClean="0">
                <a:solidFill>
                  <a:schemeClr val="lt2"/>
                </a:solidFill>
                <a:latin typeface="Malgun Gothic"/>
                <a:ea typeface="Malgun Gothic"/>
                <a:cs typeface="Malgun Gothic"/>
                <a:sym typeface="Malgun Gothic"/>
              </a:rPr>
              <a:t>㈜엠파시</a:t>
            </a:r>
            <a:r>
              <a:rPr lang="ko-KR" altLang="en-US" sz="800" b="0" i="0" u="none" strike="noStrike" cap="none" dirty="0" smtClean="0">
                <a:solidFill>
                  <a:schemeClr val="lt2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800" b="0" i="0" u="none" strike="noStrike" cap="none" dirty="0" smtClean="0">
                <a:solidFill>
                  <a:schemeClr val="lt2"/>
                </a:solidFill>
                <a:latin typeface="Malgun Gothic"/>
                <a:ea typeface="Malgun Gothic"/>
                <a:cs typeface="Malgun Gothic"/>
                <a:sym typeface="Malgun Gothic"/>
              </a:rPr>
              <a:t>All </a:t>
            </a:r>
            <a:r>
              <a:rPr lang="en-US" sz="800" b="0" i="0" u="none" strike="noStrike" cap="none" dirty="0">
                <a:solidFill>
                  <a:schemeClr val="lt2"/>
                </a:solidFill>
                <a:latin typeface="Malgun Gothic"/>
                <a:ea typeface="Malgun Gothic"/>
                <a:cs typeface="Malgun Gothic"/>
                <a:sym typeface="Malgun Gothic"/>
              </a:rPr>
              <a:t>Rights Reserved.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4"/>
          <p:cNvSpPr txBox="1">
            <a:spLocks noGrp="1"/>
          </p:cNvSpPr>
          <p:nvPr>
            <p:ph type="title"/>
          </p:nvPr>
        </p:nvSpPr>
        <p:spPr>
          <a:xfrm>
            <a:off x="128587" y="115887"/>
            <a:ext cx="9648825" cy="433387"/>
          </a:xfrm>
          <a:prstGeom prst="rect">
            <a:avLst/>
          </a:prstGeom>
          <a:noFill/>
          <a:ln w="254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6"/>
          <p:cNvSpPr txBox="1">
            <a:spLocks noGrp="1"/>
          </p:cNvSpPr>
          <p:nvPr>
            <p:ph type="body" idx="1"/>
          </p:nvPr>
        </p:nvSpPr>
        <p:spPr>
          <a:xfrm>
            <a:off x="128587" y="620712"/>
            <a:ext cx="9648825" cy="5761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11150" algn="l" rtl="0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Gulim"/>
              <a:buChar char="•"/>
              <a:defRPr sz="1300" b="1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ulim"/>
              <a:buChar char="–"/>
              <a:defRPr sz="12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Gulim"/>
              <a:buChar char="•"/>
              <a:defRPr sz="11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1828800" marR="0" lvl="3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Char char="–"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2286000" marR="0" lvl="4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Char char="»"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endParaRPr/>
          </a:p>
        </p:txBody>
      </p:sp>
      <p:sp>
        <p:nvSpPr>
          <p:cNvPr id="20" name="Google Shape;20;p6"/>
          <p:cNvSpPr txBox="1">
            <a:spLocks noGrp="1"/>
          </p:cNvSpPr>
          <p:nvPr>
            <p:ph type="title"/>
          </p:nvPr>
        </p:nvSpPr>
        <p:spPr>
          <a:xfrm>
            <a:off x="128587" y="115887"/>
            <a:ext cx="9648825" cy="433387"/>
          </a:xfrm>
          <a:prstGeom prst="rect">
            <a:avLst/>
          </a:prstGeom>
          <a:noFill/>
          <a:ln w="25400" cap="flat" cmpd="sng">
            <a:solidFill>
              <a:srgbClr val="C0C0C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  <a:defRPr sz="1600" b="1" i="0" u="none" strike="noStrike" cap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cxnSp>
        <p:nvCxnSpPr>
          <p:cNvPr id="21" name="Google Shape;21;p6"/>
          <p:cNvCxnSpPr/>
          <p:nvPr/>
        </p:nvCxnSpPr>
        <p:spPr>
          <a:xfrm>
            <a:off x="128587" y="6524625"/>
            <a:ext cx="964882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8" descr="C:\Silvertable\01.ELUO CNC\09.CI\eluoci\Eluo_E_CI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9094787" y="6553200"/>
            <a:ext cx="682625" cy="217487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8"/>
          <p:cNvSpPr txBox="1">
            <a:spLocks noGrp="1"/>
          </p:cNvSpPr>
          <p:nvPr>
            <p:ph type="sldNum" idx="12"/>
          </p:nvPr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  <a:defRPr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</a:t>
            </a:r>
            <a:fld id="{00000000-1234-1234-1234-123412341234}" type="slidenum">
              <a:rPr lang="en-US"/>
              <a:t>‹#›</a:t>
            </a:fld>
            <a:r>
              <a:rPr lang="en-US"/>
              <a:t> -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1" name="Google Shape;71;p18"/>
          <p:cNvCxnSpPr/>
          <p:nvPr/>
        </p:nvCxnSpPr>
        <p:spPr>
          <a:xfrm>
            <a:off x="128587" y="6524625"/>
            <a:ext cx="964882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graphicFrame>
        <p:nvGraphicFramePr>
          <p:cNvPr id="72" name="Google Shape;72;p18"/>
          <p:cNvGraphicFramePr/>
          <p:nvPr/>
        </p:nvGraphicFramePr>
        <p:xfrm>
          <a:off x="90487" y="49212"/>
          <a:ext cx="9737700" cy="598380"/>
        </p:xfrm>
        <a:graphic>
          <a:graphicData uri="http://schemas.openxmlformats.org/drawingml/2006/table">
            <a:tbl>
              <a:tblPr>
                <a:noFill/>
                <a:tableStyleId>{F7B1B357-2D85-4D43-8E58-CD29A465A09A}</a:tableStyleId>
              </a:tblPr>
              <a:tblGrid>
                <a:gridCol w="1582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9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8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8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383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2250">
                <a:tc row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0000" marR="90000" marT="46725" marB="46725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Arial"/>
                        <a:buNone/>
                      </a:pPr>
                      <a:r>
                        <a:rPr lang="en-US" sz="1500" b="1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화면설계서(마케팅)</a:t>
                      </a:r>
                      <a:endParaRPr sz="1400" u="none" strike="noStrike" cap="none"/>
                    </a:p>
                  </a:txBody>
                  <a:tcPr marL="90000" marR="90000" marT="46725" marB="467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0000" marR="90000" marT="46725" marB="46725" anchor="ctr"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1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문서번호 : IPS-3D-231</a:t>
                      </a:r>
                      <a:endParaRPr sz="1400" u="none" strike="noStrike" cap="none"/>
                    </a:p>
                  </a:txBody>
                  <a:tcPr marL="90000" marR="90000" marT="46725" marB="467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버전 : V0.4</a:t>
                      </a:r>
                      <a:endParaRPr sz="1400" u="none" strike="noStrike" cap="none"/>
                    </a:p>
                  </a:txBody>
                  <a:tcPr marL="90000" marR="90000" marT="46725" marB="467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개정일자 : 2009.06.26</a:t>
                      </a:r>
                      <a:endParaRPr sz="1400" u="none" strike="noStrike" cap="none"/>
                    </a:p>
                  </a:txBody>
                  <a:tcPr marL="90000" marR="90000" marT="46725" marB="467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en-US" sz="900" b="0" i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작성자 : 박미선</a:t>
                      </a:r>
                      <a:endParaRPr sz="1400" u="none" strike="noStrike" cap="none"/>
                    </a:p>
                  </a:txBody>
                  <a:tcPr marL="90000" marR="90000" marT="46725" marB="467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3" name="Google Shape;73;p18"/>
          <p:cNvSpPr txBox="1"/>
          <p:nvPr/>
        </p:nvSpPr>
        <p:spPr>
          <a:xfrm>
            <a:off x="93662" y="647700"/>
            <a:ext cx="7302500" cy="5830887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>
              <a:solidFill>
                <a:schemeClr val="dk1"/>
              </a:solidFill>
              <a:latin typeface="Gulim"/>
              <a:ea typeface="Gulim"/>
              <a:cs typeface="Gulim"/>
              <a:sym typeface="Gulim"/>
            </a:endParaRPr>
          </a:p>
        </p:txBody>
      </p:sp>
      <p:pic>
        <p:nvPicPr>
          <p:cNvPr id="74" name="Google Shape;74;p18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90487" y="6553200"/>
            <a:ext cx="920750" cy="280987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8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415925" y="174625"/>
            <a:ext cx="920750" cy="280987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"/>
          <p:cNvSpPr txBox="1">
            <a:spLocks noGrp="1"/>
          </p:cNvSpPr>
          <p:nvPr>
            <p:ph type="ctrTitle"/>
          </p:nvPr>
        </p:nvSpPr>
        <p:spPr>
          <a:xfrm>
            <a:off x="920750" y="2211387"/>
            <a:ext cx="7920037" cy="577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</a:pPr>
            <a:r>
              <a:rPr lang="en-US" sz="3200" b="1" i="0" u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매뉴얼</a:t>
            </a:r>
            <a:endParaRPr/>
          </a:p>
        </p:txBody>
      </p:sp>
      <p:sp>
        <p:nvSpPr>
          <p:cNvPr id="129" name="Google Shape;129;p1"/>
          <p:cNvSpPr txBox="1">
            <a:spLocks noGrp="1"/>
          </p:cNvSpPr>
          <p:nvPr>
            <p:ph type="subTitle" idx="1"/>
          </p:nvPr>
        </p:nvSpPr>
        <p:spPr>
          <a:xfrm>
            <a:off x="920750" y="1930400"/>
            <a:ext cx="7920037" cy="274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Malgun Gothic"/>
              <a:buNone/>
            </a:pPr>
            <a:r>
              <a:rPr lang="en-US">
                <a:solidFill>
                  <a:schemeClr val="lt2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프로젝트명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"/>
          <p:cNvSpPr txBox="1"/>
          <p:nvPr/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- </a:t>
            </a:r>
            <a:fld id="{00000000-1234-1234-1234-123412341234}" type="slidenum"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fld>
            <a:r>
              <a:rPr lang="en-US" sz="1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-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37" name="Google Shape;137;p2"/>
          <p:cNvGraphicFramePr/>
          <p:nvPr>
            <p:extLst>
              <p:ext uri="{D42A27DB-BD31-4B8C-83A1-F6EECF244321}">
                <p14:modId xmlns:p14="http://schemas.microsoft.com/office/powerpoint/2010/main" val="107311318"/>
              </p:ext>
            </p:extLst>
          </p:nvPr>
        </p:nvGraphicFramePr>
        <p:xfrm>
          <a:off x="128587" y="1125537"/>
          <a:ext cx="9648800" cy="5016935"/>
        </p:xfrm>
        <a:graphic>
          <a:graphicData uri="http://schemas.openxmlformats.org/drawingml/2006/table">
            <a:tbl>
              <a:tblPr>
                <a:noFill/>
                <a:tableStyleId>{F7B1B357-2D85-4D43-8E58-CD29A465A09A}</a:tableStyleId>
              </a:tblPr>
              <a:tblGrid>
                <a:gridCol w="1095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6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05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36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79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33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버전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33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개정일자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33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개정내역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33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작성자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3333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1" i="0" u="none" strike="noStrike" cap="none">
                          <a:solidFill>
                            <a:srgbClr val="333333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승인자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5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0.1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2020-12-03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최초작성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3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3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3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3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 dirty="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1450" marR="91450" marT="45725" marB="45725" anchor="ctr">
                    <a:lnL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2B2B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138" name="Google Shape;138;p2"/>
          <p:cNvSpPr txBox="1">
            <a:spLocks noGrp="1"/>
          </p:cNvSpPr>
          <p:nvPr>
            <p:ph type="title"/>
          </p:nvPr>
        </p:nvSpPr>
        <p:spPr>
          <a:xfrm>
            <a:off x="128587" y="765175"/>
            <a:ext cx="9648825" cy="290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182562" lvl="0" indent="-18256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Malgun Gothic"/>
              <a:buChar char="•"/>
            </a:pPr>
            <a:r>
              <a:rPr lang="en-US" sz="1200" b="1" i="0" u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제·개정이력</a:t>
            </a:r>
            <a:endParaRPr/>
          </a:p>
        </p:txBody>
      </p:sp>
      <p:graphicFrame>
        <p:nvGraphicFramePr>
          <p:cNvPr id="139" name="Google Shape;139;p2"/>
          <p:cNvGraphicFramePr/>
          <p:nvPr/>
        </p:nvGraphicFramePr>
        <p:xfrm>
          <a:off x="128587" y="47625"/>
          <a:ext cx="9648800" cy="598380"/>
        </p:xfrm>
        <a:graphic>
          <a:graphicData uri="http://schemas.openxmlformats.org/drawingml/2006/table">
            <a:tbl>
              <a:tblPr>
                <a:noFill/>
                <a:tableStyleId>{F7B1B357-2D85-4D43-8E58-CD29A465A09A}</a:tableStyleId>
              </a:tblPr>
              <a:tblGrid>
                <a:gridCol w="1568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0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9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0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9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2250">
                <a:tc row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 dirty="0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0000" marR="90000" marT="46725" marB="46725" anchor="ctr">
                    <a:lnL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500"/>
                        <a:buFont typeface="Malgun Gothic"/>
                        <a:buNone/>
                      </a:pPr>
                      <a:r>
                        <a:rPr lang="en-US" sz="1500" b="1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사용자 매뉴얼</a:t>
                      </a:r>
                      <a:endParaRPr sz="1400" u="none" strike="noStrike" cap="none"/>
                    </a:p>
                  </a:txBody>
                  <a:tcPr marL="90000" marR="90000" marT="46725" marB="467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Gulim"/>
                        <a:ea typeface="Gulim"/>
                        <a:cs typeface="Gulim"/>
                        <a:sym typeface="Gulim"/>
                      </a:endParaRPr>
                    </a:p>
                  </a:txBody>
                  <a:tcPr marL="90000" marR="90000" marT="46725" marB="46725" anchor="ctr"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17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문서번호 : IPS-3D-231</a:t>
                      </a:r>
                      <a:endParaRPr sz="1400" u="none" strike="noStrike" cap="none"/>
                    </a:p>
                  </a:txBody>
                  <a:tcPr marL="90000" marR="90000" marT="46725" marB="467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버전 : V0.1</a:t>
                      </a:r>
                      <a:endParaRPr sz="1400" u="none" strike="noStrike" cap="none"/>
                    </a:p>
                  </a:txBody>
                  <a:tcPr marL="90000" marR="90000" marT="46725" marB="467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0" i="0" u="none" strike="noStrike" cap="none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개정일자 : 2009.06.26</a:t>
                      </a:r>
                      <a:endParaRPr sz="1400" u="none" strike="noStrike" cap="none"/>
                    </a:p>
                  </a:txBody>
                  <a:tcPr marL="90000" marR="90000" marT="46725" marB="467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Malgun Gothic"/>
                        <a:buNone/>
                      </a:pPr>
                      <a:r>
                        <a:rPr lang="en-US" sz="900" b="0" i="0" u="none" strike="noStrike" cap="none" dirty="0" err="1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작성자</a:t>
                      </a:r>
                      <a:r>
                        <a:rPr lang="en-US" sz="900" b="0" i="0" u="none" strike="noStrike" cap="none" dirty="0">
                          <a:solidFill>
                            <a:schemeClr val="dk1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:</a:t>
                      </a:r>
                      <a:endParaRPr sz="1400" u="none" strike="noStrike" cap="none" dirty="0"/>
                    </a:p>
                  </a:txBody>
                  <a:tcPr marL="90000" marR="90000" marT="46725" marB="4672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"/>
          <p:cNvSpPr txBox="1"/>
          <p:nvPr/>
        </p:nvSpPr>
        <p:spPr>
          <a:xfrm>
            <a:off x="3800475" y="6608762"/>
            <a:ext cx="2311400" cy="204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ulim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- </a:t>
            </a:r>
            <a:fld id="{00000000-1234-1234-1234-123412341234}" type="slidenum">
              <a:rPr lang="en-US"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2</a:t>
            </a:fld>
            <a:r>
              <a:rPr lang="en-US" sz="1000" b="0" i="0" u="none" strike="noStrike" cap="none">
                <a:solidFill>
                  <a:schemeClr val="dk1"/>
                </a:solidFill>
                <a:latin typeface="Gulim"/>
                <a:ea typeface="Gulim"/>
                <a:cs typeface="Gulim"/>
                <a:sym typeface="Gulim"/>
              </a:rPr>
              <a:t> -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3"/>
          <p:cNvSpPr txBox="1">
            <a:spLocks noGrp="1"/>
          </p:cNvSpPr>
          <p:nvPr>
            <p:ph type="title"/>
          </p:nvPr>
        </p:nvSpPr>
        <p:spPr>
          <a:xfrm>
            <a:off x="128587" y="115887"/>
            <a:ext cx="9648825" cy="433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55600" lvl="0" indent="-355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Malgun Gothic"/>
              <a:buChar char="•"/>
            </a:pPr>
            <a:r>
              <a:rPr lang="en-US" sz="1600" b="1" i="0" u="none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매뉴얼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_디자인 사용자 지정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디자인 사용자 지정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디자인 사용자 지정">
  <a:themeElements>
    <a:clrScheme name="1_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</Words>
  <Application>Microsoft Office PowerPoint</Application>
  <PresentationFormat>A4 용지(210x297mm)</PresentationFormat>
  <Paragraphs>22</Paragraphs>
  <Slides>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3</vt:i4>
      </vt:variant>
      <vt:variant>
        <vt:lpstr>슬라이드 제목</vt:lpstr>
      </vt:variant>
      <vt:variant>
        <vt:i4>3</vt:i4>
      </vt:variant>
    </vt:vector>
  </HeadingPairs>
  <TitlesOfParts>
    <vt:vector size="9" baseType="lpstr">
      <vt:lpstr>Gulim</vt:lpstr>
      <vt:lpstr>Malgun Gothic</vt:lpstr>
      <vt:lpstr>Arial</vt:lpstr>
      <vt:lpstr>2_디자인 사용자 지정</vt:lpstr>
      <vt:lpstr>디자인 사용자 지정</vt:lpstr>
      <vt:lpstr>1_디자인 사용자 지정</vt:lpstr>
      <vt:lpstr>사용자 매뉴얼</vt:lpstr>
      <vt:lpstr>제·개정이력</vt:lpstr>
      <vt:lpstr>사용자 매뉴얼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사용자 매뉴얼</dc:title>
  <cp:lastModifiedBy>Empasy</cp:lastModifiedBy>
  <cp:revision>1</cp:revision>
  <dcterms:created xsi:type="dcterms:W3CDTF">2006-01-25T12:41:50Z</dcterms:created>
  <dcterms:modified xsi:type="dcterms:W3CDTF">2023-06-30T10:54:27Z</dcterms:modified>
</cp:coreProperties>
</file>