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pos="347">
          <p15:clr>
            <a:srgbClr val="A4A3A4"/>
          </p15:clr>
        </p15:guide>
        <p15:guide id="3" orient="horz" pos="913">
          <p15:clr>
            <a:srgbClr val="A4A3A4"/>
          </p15:clr>
        </p15:guide>
        <p15:guide id="4" orient="horz" pos="218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orient="horz" pos="374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83aXEf07EBFDhYhEkl7O1JSD7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84172B-D96C-486F-86B3-8FE4519AAE3F}">
  <a:tblStyle styleId="{CF84172B-D96C-486F-86B3-8FE4519AAE3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633658-39FB-4817-A113-8923954F37B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2"/>
      </p:cViewPr>
      <p:guideLst>
        <p:guide orient="horz" pos="3974"/>
        <p:guide pos="347"/>
        <p:guide orient="horz" pos="913"/>
        <p:guide orient="horz" pos="2183"/>
        <p:guide orient="horz" pos="3657"/>
        <p:guide orient="horz"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9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9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9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SyncGuard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9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69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169"/>
          <p:cNvCxnSpPr/>
          <p:nvPr/>
        </p:nvCxnSpPr>
        <p:spPr>
          <a:xfrm>
            <a:off x="403035" y="2634441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0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70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70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SyncGuard AI 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70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17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1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71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71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SyncGuard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7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37" name="Google Shape;37;p171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17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8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8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78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SyncGuard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8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5" name="Google Shape;45;p178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46;p178"/>
          <p:cNvSpPr/>
          <p:nvPr/>
        </p:nvSpPr>
        <p:spPr>
          <a:xfrm>
            <a:off x="420452" y="1323702"/>
            <a:ext cx="11309267" cy="5059684"/>
          </a:xfrm>
          <a:prstGeom prst="rect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8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9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79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79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SyncGuard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79"/>
          <p:cNvSpPr txBox="1">
            <a:spLocks noGrp="1"/>
          </p:cNvSpPr>
          <p:nvPr>
            <p:ph type="subTitle" idx="1"/>
          </p:nvPr>
        </p:nvSpPr>
        <p:spPr>
          <a:xfrm>
            <a:off x="717391" y="2837544"/>
            <a:ext cx="10671969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179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9"/>
          <p:cNvSpPr/>
          <p:nvPr/>
        </p:nvSpPr>
        <p:spPr>
          <a:xfrm>
            <a:off x="420452" y="1045030"/>
            <a:ext cx="11309267" cy="5207726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한빛글로벌 SyncGuard AI</a:t>
            </a:r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공통 화면설계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" name="Google Shape;63;p1"/>
          <p:cNvGraphicFramePr/>
          <p:nvPr/>
        </p:nvGraphicFramePr>
        <p:xfrm>
          <a:off x="403035" y="3762741"/>
          <a:ext cx="4064475" cy="1219250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문서번호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화면설계</a:t>
                      </a:r>
                      <a:r>
                        <a:rPr lang="en-US" sz="10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단계기준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설계(Design)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업무구분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문서버전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v.1.0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담당부서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UX/UI 팀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HISTORY OF DOCUMENT</a:t>
            </a:r>
            <a:endParaRPr/>
          </a:p>
        </p:txBody>
      </p:sp>
      <p:sp>
        <p:nvSpPr>
          <p:cNvPr id="70" name="Google Shape;70;p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71" name="Google Shape;71;p2"/>
          <p:cNvGraphicFramePr/>
          <p:nvPr/>
        </p:nvGraphicFramePr>
        <p:xfrm>
          <a:off x="417287" y="814330"/>
          <a:ext cx="11411025" cy="2268000"/>
        </p:xfrm>
        <a:graphic>
          <a:graphicData uri="http://schemas.openxmlformats.org/drawingml/2006/table">
            <a:tbl>
              <a:tblPr>
                <a:noFill/>
                <a:tableStyleId>{12633658-39FB-4817-A113-8923954F37BE}</a:tableStyleId>
              </a:tblPr>
              <a:tblGrid>
                <a:gridCol w="78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작성날짜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작성자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Draft document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2026.06.15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0.8.1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0.8.2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0.8.3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정책 결정 필요사항</a:t>
            </a: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" name="Google Shape;78;p11"/>
          <p:cNvGraphicFramePr/>
          <p:nvPr/>
        </p:nvGraphicFramePr>
        <p:xfrm>
          <a:off x="417286" y="814330"/>
          <a:ext cx="11269375" cy="4683190"/>
        </p:xfrm>
        <a:graphic>
          <a:graphicData uri="http://schemas.openxmlformats.org/drawingml/2006/table">
            <a:tbl>
              <a:tblPr>
                <a:noFill/>
                <a:tableStyleId>{12633658-39FB-4817-A113-8923954F37BE}</a:tableStyleId>
              </a:tblPr>
              <a:tblGrid>
                <a:gridCol w="3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82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07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No. 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 Name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정책 결정 필요사항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확정날짜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Navigation 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버튼 노출 규칙 정의 필요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Navigation 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탭바에 해당하지 않는 메뉴에 탭바가 노출되었을 때(ex. 전시템플릿), 탭바 메뉴가 아무것도 선택되지 않은 상태로 노출되는지 여부 확인 필요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Index</a:t>
            </a: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5" name="Google Shape;85;p12"/>
          <p:cNvGrpSpPr/>
          <p:nvPr/>
        </p:nvGrpSpPr>
        <p:grpSpPr>
          <a:xfrm>
            <a:off x="1166362" y="903232"/>
            <a:ext cx="5358324" cy="607818"/>
            <a:chOff x="1166362" y="1015319"/>
            <a:chExt cx="5358324" cy="607818"/>
          </a:xfrm>
        </p:grpSpPr>
        <p:sp>
          <p:nvSpPr>
            <p:cNvPr id="86" name="Google Shape;86;p12"/>
            <p:cNvSpPr txBox="1"/>
            <p:nvPr/>
          </p:nvSpPr>
          <p:spPr>
            <a:xfrm>
              <a:off x="1166362" y="1015319"/>
              <a:ext cx="2262638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화면 Navigation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2"/>
            <p:cNvSpPr txBox="1"/>
            <p:nvPr/>
          </p:nvSpPr>
          <p:spPr>
            <a:xfrm>
              <a:off x="3805083" y="1015319"/>
              <a:ext cx="2719603" cy="607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각 화면별 상,하 스크롤에 따른 인터랙션</a:t>
              </a:r>
              <a:b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각 화면별 필수 메뉴 및 요소 정의</a:t>
              </a:r>
              <a:endParaRPr/>
            </a:p>
          </p:txBody>
        </p:sp>
      </p:grpSp>
      <p:grpSp>
        <p:nvGrpSpPr>
          <p:cNvPr id="88" name="Google Shape;88;p12"/>
          <p:cNvGrpSpPr/>
          <p:nvPr/>
        </p:nvGrpSpPr>
        <p:grpSpPr>
          <a:xfrm>
            <a:off x="1166362" y="1683830"/>
            <a:ext cx="5611998" cy="891097"/>
            <a:chOff x="1166362" y="1868914"/>
            <a:chExt cx="5611998" cy="891097"/>
          </a:xfrm>
        </p:grpSpPr>
        <p:sp>
          <p:nvSpPr>
            <p:cNvPr id="89" name="Google Shape;89;p12"/>
            <p:cNvSpPr txBox="1"/>
            <p:nvPr/>
          </p:nvSpPr>
          <p:spPr>
            <a:xfrm>
              <a:off x="1166362" y="186891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Product Unit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2"/>
            <p:cNvSpPr txBox="1"/>
            <p:nvPr/>
          </p:nvSpPr>
          <p:spPr>
            <a:xfrm>
              <a:off x="3805084" y="1868914"/>
              <a:ext cx="2973276" cy="891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요소정의(플래그 정책, HMC,GHQ 메인 노출 로직)</a:t>
              </a:r>
              <a:b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각 화면별 상품 유닛 정의 </a:t>
              </a:r>
              <a:b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차량 이미지 썸네일 Crop &amp; Resize 정의</a:t>
              </a:r>
              <a:endParaRPr/>
            </a:p>
          </p:txBody>
        </p:sp>
      </p:grpSp>
      <p:grpSp>
        <p:nvGrpSpPr>
          <p:cNvPr id="91" name="Google Shape;91;p12"/>
          <p:cNvGrpSpPr/>
          <p:nvPr/>
        </p:nvGrpSpPr>
        <p:grpSpPr>
          <a:xfrm>
            <a:off x="1166362" y="2747707"/>
            <a:ext cx="4986666" cy="403905"/>
            <a:chOff x="1166362" y="3005788"/>
            <a:chExt cx="4986666" cy="403905"/>
          </a:xfrm>
        </p:grpSpPr>
        <p:sp>
          <p:nvSpPr>
            <p:cNvPr id="92" name="Google Shape;92;p12"/>
            <p:cNvSpPr txBox="1"/>
            <p:nvPr/>
          </p:nvSpPr>
          <p:spPr>
            <a:xfrm>
              <a:off x="3805084" y="3005788"/>
              <a:ext cx="2347944" cy="35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페이지별, 용도에 따라 사용하도록 정의 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2"/>
            <p:cNvSpPr txBox="1"/>
            <p:nvPr/>
          </p:nvSpPr>
          <p:spPr>
            <a:xfrm>
              <a:off x="1166362" y="3005788"/>
              <a:ext cx="2262638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 Layer Pop-up</a:t>
              </a:r>
              <a:endParaRPr/>
            </a:p>
          </p:txBody>
        </p:sp>
      </p:grpSp>
      <p:grpSp>
        <p:nvGrpSpPr>
          <p:cNvPr id="94" name="Google Shape;94;p12"/>
          <p:cNvGrpSpPr/>
          <p:nvPr/>
        </p:nvGrpSpPr>
        <p:grpSpPr>
          <a:xfrm>
            <a:off x="1166362" y="3324392"/>
            <a:ext cx="6203496" cy="403905"/>
            <a:chOff x="1166362" y="3655470"/>
            <a:chExt cx="6203496" cy="403905"/>
          </a:xfrm>
        </p:grpSpPr>
        <p:sp>
          <p:nvSpPr>
            <p:cNvPr id="95" name="Google Shape;95;p12"/>
            <p:cNvSpPr txBox="1"/>
            <p:nvPr/>
          </p:nvSpPr>
          <p:spPr>
            <a:xfrm>
              <a:off x="3805083" y="3655470"/>
              <a:ext cx="3564775" cy="35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사용자가 직접 작성하는 function의 경우 공통된 프로세스 정의 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2"/>
            <p:cNvSpPr txBox="1"/>
            <p:nvPr/>
          </p:nvSpPr>
          <p:spPr>
            <a:xfrm>
              <a:off x="1166362" y="3655470"/>
              <a:ext cx="2262638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4. 등록/작성 프로세스</a:t>
              </a:r>
              <a:endParaRPr/>
            </a:p>
          </p:txBody>
        </p:sp>
      </p:grpSp>
      <p:grpSp>
        <p:nvGrpSpPr>
          <p:cNvPr id="97" name="Google Shape;97;p12"/>
          <p:cNvGrpSpPr/>
          <p:nvPr/>
        </p:nvGrpSpPr>
        <p:grpSpPr>
          <a:xfrm>
            <a:off x="1166362" y="3901077"/>
            <a:ext cx="6203496" cy="403905"/>
            <a:chOff x="1166362" y="4305152"/>
            <a:chExt cx="6203496" cy="403905"/>
          </a:xfrm>
        </p:grpSpPr>
        <p:sp>
          <p:nvSpPr>
            <p:cNvPr id="98" name="Google Shape;98;p12"/>
            <p:cNvSpPr txBox="1"/>
            <p:nvPr/>
          </p:nvSpPr>
          <p:spPr>
            <a:xfrm>
              <a:off x="1166362" y="4305152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 Loading Bar</a:t>
              </a:r>
              <a:endParaRPr/>
            </a:p>
          </p:txBody>
        </p:sp>
        <p:sp>
          <p:nvSpPr>
            <p:cNvPr id="99" name="Google Shape;99;p12"/>
            <p:cNvSpPr txBox="1"/>
            <p:nvPr/>
          </p:nvSpPr>
          <p:spPr>
            <a:xfrm>
              <a:off x="3805083" y="4305152"/>
              <a:ext cx="3564775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Loading이 발생하는 페이지 및  구간에 맞춰서 사용하도록 정의 </a:t>
              </a:r>
              <a:endParaRPr/>
            </a:p>
          </p:txBody>
        </p:sp>
      </p:grpSp>
      <p:grpSp>
        <p:nvGrpSpPr>
          <p:cNvPr id="100" name="Google Shape;100;p12"/>
          <p:cNvGrpSpPr/>
          <p:nvPr/>
        </p:nvGrpSpPr>
        <p:grpSpPr>
          <a:xfrm>
            <a:off x="1166362" y="5054447"/>
            <a:ext cx="5063649" cy="403905"/>
            <a:chOff x="1166362" y="5604514"/>
            <a:chExt cx="5063649" cy="403905"/>
          </a:xfrm>
        </p:grpSpPr>
        <p:sp>
          <p:nvSpPr>
            <p:cNvPr id="101" name="Google Shape;101;p12"/>
            <p:cNvSpPr txBox="1"/>
            <p:nvPr/>
          </p:nvSpPr>
          <p:spPr>
            <a:xfrm>
              <a:off x="1166362" y="560451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7. 공통 운영(Native)</a:t>
              </a:r>
              <a:endParaRPr/>
            </a:p>
          </p:txBody>
        </p:sp>
        <p:sp>
          <p:nvSpPr>
            <p:cNvPr id="102" name="Google Shape;102;p12"/>
            <p:cNvSpPr txBox="1"/>
            <p:nvPr/>
          </p:nvSpPr>
          <p:spPr>
            <a:xfrm>
              <a:off x="3805084" y="5604514"/>
              <a:ext cx="2424927" cy="33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Native로 운영하는 영역에 대해 정의</a:t>
              </a:r>
              <a:endParaRPr/>
            </a:p>
          </p:txBody>
        </p:sp>
      </p:grpSp>
      <p:grpSp>
        <p:nvGrpSpPr>
          <p:cNvPr id="103" name="Google Shape;103;p12"/>
          <p:cNvGrpSpPr/>
          <p:nvPr/>
        </p:nvGrpSpPr>
        <p:grpSpPr>
          <a:xfrm>
            <a:off x="1166362" y="4477762"/>
            <a:ext cx="4597308" cy="403905"/>
            <a:chOff x="1166362" y="4954834"/>
            <a:chExt cx="4597308" cy="403905"/>
          </a:xfrm>
        </p:grpSpPr>
        <p:sp>
          <p:nvSpPr>
            <p:cNvPr id="104" name="Google Shape;104;p12"/>
            <p:cNvSpPr txBox="1"/>
            <p:nvPr/>
          </p:nvSpPr>
          <p:spPr>
            <a:xfrm>
              <a:off x="1166362" y="495483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6. 에러페이지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2"/>
            <p:cNvSpPr txBox="1"/>
            <p:nvPr/>
          </p:nvSpPr>
          <p:spPr>
            <a:xfrm>
              <a:off x="3805083" y="4954834"/>
              <a:ext cx="1958587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에러 페이지에 대해 정의</a:t>
              </a:r>
              <a:endParaRPr/>
            </a:p>
          </p:txBody>
        </p:sp>
      </p:grpSp>
      <p:grpSp>
        <p:nvGrpSpPr>
          <p:cNvPr id="106" name="Google Shape;106;p12"/>
          <p:cNvGrpSpPr/>
          <p:nvPr/>
        </p:nvGrpSpPr>
        <p:grpSpPr>
          <a:xfrm>
            <a:off x="1166362" y="5631132"/>
            <a:ext cx="6361215" cy="403905"/>
            <a:chOff x="1166362" y="6135454"/>
            <a:chExt cx="6361215" cy="403905"/>
          </a:xfrm>
        </p:grpSpPr>
        <p:sp>
          <p:nvSpPr>
            <p:cNvPr id="107" name="Google Shape;107;p12"/>
            <p:cNvSpPr txBox="1"/>
            <p:nvPr/>
          </p:nvSpPr>
          <p:spPr>
            <a:xfrm>
              <a:off x="1166362" y="613545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8. Function</a:t>
              </a:r>
              <a:endParaRPr/>
            </a:p>
          </p:txBody>
        </p:sp>
        <p:sp>
          <p:nvSpPr>
            <p:cNvPr id="108" name="Google Shape;108;p12"/>
            <p:cNvSpPr txBox="1"/>
            <p:nvPr/>
          </p:nvSpPr>
          <p:spPr>
            <a:xfrm>
              <a:off x="3805084" y="6135454"/>
              <a:ext cx="3722493" cy="33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게시글 타입의 목록 로딩, 사진 등록 등 공통 기능에 대해 정의</a:t>
              </a:r>
              <a:endParaRPr/>
            </a:p>
          </p:txBody>
        </p:sp>
      </p:grpSp>
      <p:grpSp>
        <p:nvGrpSpPr>
          <p:cNvPr id="109" name="Google Shape;109;p12"/>
          <p:cNvGrpSpPr/>
          <p:nvPr/>
        </p:nvGrpSpPr>
        <p:grpSpPr>
          <a:xfrm>
            <a:off x="1166362" y="6207817"/>
            <a:ext cx="6361215" cy="403905"/>
            <a:chOff x="1166362" y="6237312"/>
            <a:chExt cx="6361215" cy="403905"/>
          </a:xfrm>
        </p:grpSpPr>
        <p:sp>
          <p:nvSpPr>
            <p:cNvPr id="110" name="Google Shape;110;p12"/>
            <p:cNvSpPr txBox="1"/>
            <p:nvPr/>
          </p:nvSpPr>
          <p:spPr>
            <a:xfrm>
              <a:off x="1166362" y="6237312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9. Form</a:t>
              </a:r>
              <a:endParaRPr/>
            </a:p>
          </p:txBody>
        </p:sp>
        <p:sp>
          <p:nvSpPr>
            <p:cNvPr id="111" name="Google Shape;111;p12"/>
            <p:cNvSpPr txBox="1"/>
            <p:nvPr/>
          </p:nvSpPr>
          <p:spPr>
            <a:xfrm>
              <a:off x="3805084" y="6237312"/>
              <a:ext cx="3722493" cy="33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Text Box, Text Area, Select Box 공통 기능에 대해 정의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5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97525" y="2770118"/>
            <a:ext cx="3299561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화면 Navigation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962276" y="3429000"/>
            <a:ext cx="4357210" cy="7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각 화면별 상,하 스크롤에 따른 인터랙션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각 화면별 필수 메뉴 및 요소 정의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6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24" name="Google Shape;124;p1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페이지별 탭바 노출여부 </a:t>
            </a:r>
            <a:r>
              <a:rPr lang="en-US">
                <a:solidFill>
                  <a:srgbClr val="FF0000"/>
                </a:solidFill>
              </a:rPr>
              <a:t>(TBD)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460263" y="755293"/>
            <a:ext cx="7220062" cy="116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72000" bIns="3600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HMC/GHQ 공통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일반 Static 페이지일 경우 탭바 노출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레이어 팝업일 경우 탭바 비 노출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하단에 Sticky로 붙는 버튼이 있는 경우 탭바 비 노출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PDP에서는 페이지의 스크롤을 내리거나 올릴 때 숨김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장바구니, 주문, 결제와 같은 구매 프로세스에선 탭바 비 노출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페이지일 경우 탭바 비노출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14"/>
          <p:cNvGraphicFramePr/>
          <p:nvPr/>
        </p:nvGraphicFramePr>
        <p:xfrm>
          <a:off x="444500" y="3610734"/>
          <a:ext cx="11258450" cy="890655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8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VOD 커머스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인덱스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VOD 커머스 실행화면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장바구니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비교차량 선택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마이페이지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인덱스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앱설정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앱알림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회원정보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서비스해지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포인트내역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보유차량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찜한상품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최근본상품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7" name="Google Shape;127;p14"/>
          <p:cNvGraphicFramePr/>
          <p:nvPr/>
        </p:nvGraphicFramePr>
        <p:xfrm>
          <a:off x="444500" y="2609206"/>
          <a:ext cx="11258450" cy="785650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8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상품상세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 별 목록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판매 준비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차량목록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기획전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결과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로그인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고객센터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자주묻는질문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나의문의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1:1문의등록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8" name="Google Shape;128;p14"/>
          <p:cNvGraphicFramePr/>
          <p:nvPr/>
        </p:nvGraphicFramePr>
        <p:xfrm>
          <a:off x="444500" y="4612262"/>
          <a:ext cx="10454275" cy="785650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8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프로모션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승인내역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나의리뷰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입고알림신청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공지사항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결제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내차사기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Static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레이어 팝업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와이드스크린</PresentationFormat>
  <Paragraphs>174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Malgun Gothic</vt:lpstr>
      <vt:lpstr>Arial</vt:lpstr>
      <vt:lpstr>표지</vt:lpstr>
      <vt:lpstr>한빛글로벌 SyncGuard AI</vt:lpstr>
      <vt:lpstr>HISTORY OF DOCUMENT</vt:lpstr>
      <vt:lpstr>정책 결정 필요사항</vt:lpstr>
      <vt:lpstr>Index</vt:lpstr>
      <vt:lpstr>PowerPoint 프레젠테이션</vt:lpstr>
      <vt:lpstr>페이지별 탭바 노출여부 (TBD)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한빛글로벌 SyncGuard AI</dc:title>
  <cp:lastModifiedBy>Empasy</cp:lastModifiedBy>
  <cp:revision>1</cp:revision>
  <dcterms:created xsi:type="dcterms:W3CDTF">2021-06-10T02:36:11Z</dcterms:created>
  <dcterms:modified xsi:type="dcterms:W3CDTF">2023-06-30T10:47:40Z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0x01010037E5E33BE9BA5A4198FA61C07CED3664</vt:lpwstr>
  </property>
</Properties>
</file>