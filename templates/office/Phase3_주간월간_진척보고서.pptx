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[한빛글로벌 SyncGuard AI] 제15주차 주간 / 월간 공정 진척 보고서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계획 대비 실적 공정률(S-Curve), 금주 실적, 차주 계획 및 리스크 대책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공정 진척 현황 요약 (Sprint 6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과업 영역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계획 공정률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실적 공정률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진척 편차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공정 상태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데이터베이스 모델링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(완료)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백엔드 Canonical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78.0 %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+3.0 %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(초과 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프론트엔드 UI 컴포넌트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68.0 %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-2.0 %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양호 (차주 만회)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대외 기관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45.0 %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주의 (Mock 서버 가동)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전체 종합 공정률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71.2 %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70.8 %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-0.4 %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추진 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금주 주요 추진 실적 및 차주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금주 실적 1: 100대 표시·광고 규제 룰셋 및 3단계 하이브리드 RAG 추론 파이프라인 단위 테스트 100% 통과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금주 실적 2: ProductLab 전성분 뷰 및 MarketingHub Webhook 연동 OpenAPI Mock 서버 조기 배포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차주 계획 1: HB-SSO 통합인증 및 사용자 심의 포털(FO)·백오피스(BO) 28개 화면 라우팅 통합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차주 계획 2: Sprint 6 회고 및 중간 기성 검수 신청서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