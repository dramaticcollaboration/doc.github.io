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0A5FA"/>
                </a:solidFill>
              </a:defRPr>
            </a:pPr>
            <a:r>
              <a:t>HANBIT GLOBAL SyncGuard AI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</a:defRPr>
            </a:pPr>
            <a:r>
              <a:t>시범운영 결과보고서 (Pilot Operation Report)</a:t>
            </a:r>
          </a:p>
          <a:p>
            <a:pPr>
              <a:spcBef>
                <a:spcPts val="1000"/>
              </a:spcBef>
              <a:defRPr sz="1600">
                <a:solidFill>
                  <a:srgbClr val="CBD5E1"/>
                </a:solidFill>
              </a:defRPr>
            </a:pPr>
            <a:r>
              <a:t>루미에르·벨르코어 파일럿 운영 실적, AI 심의 정확도 검증 및 전사 본 오픈 전환 판정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572000"/>
            <a:ext cx="996696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문서 번호: EMP_IMP_090  |  버전: v1.0  |  보고 일자: 2026년 10월 16일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운영 기간: 2026.09.28 ~ 2026.10.12 (2주간)  |  시범 대상: 루미에르, 벨르코어 마케팅팀 및 RA팀</a:t>
            </a:r>
          </a:p>
          <a:p>
            <a:pPr>
              <a:defRPr sz="1100" b="1">
                <a:solidFill>
                  <a:srgbClr val="60A5FA"/>
                </a:solidFill>
              </a:defRPr>
            </a:pPr>
            <a:r>
              <a:t>발주사: ㈜한빛글로벌 (Hanbit Global Corp.)   |   수행사: ㈜엠파시 (Empasy Inc.)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시범운영 결과보고서  &gt;  1. 시범운영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1.1 파일럿 시범운영 개요 및 4대 핵심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EMP_IMP_090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파일럿 운영 실적 및 본 오픈 전환 적합성 판정 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2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563EB"/>
                </a:solidFill>
              </a:defRPr>
            </a:pPr>
            <a:r>
              <a:t>총 심의 처리 건수</a:t>
            </a:r>
          </a:p>
          <a:p>
            <a:pPr>
              <a:spcBef>
                <a:spcPts val="1200"/>
              </a:spcBef>
              <a:defRPr b="1" sz="2200">
                <a:solidFill>
                  <a:srgbClr val="2563EB"/>
                </a:solidFill>
              </a:defRPr>
            </a:pPr>
            <a:r>
              <a:t>142건</a:t>
            </a:r>
          </a:p>
          <a:p>
            <a:pPr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루미에르 78건, 벨르코어 64건</a:t>
            </a:r>
            <a:br/>
            <a:r>
              <a:t>100% 정상 처리 완료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288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심의 리드타임 단축</a:t>
            </a:r>
          </a:p>
          <a:p>
            <a:pPr>
              <a:spcBef>
                <a:spcPts val="1200"/>
              </a:spcBef>
              <a:defRPr b="1" sz="2200">
                <a:solidFill>
                  <a:srgbClr val="0F172A"/>
                </a:solidFill>
              </a:defRPr>
            </a:pPr>
            <a:r>
              <a:t>3영업일 → 2시간</a:t>
            </a:r>
          </a:p>
          <a:p>
            <a:pPr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평균 심의 소요시간 92% 단축</a:t>
            </a:r>
            <a:br/>
            <a:r>
              <a:t>(급행 건 15분 내 완료)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59669"/>
                </a:solidFill>
              </a:defRPr>
            </a:pPr>
            <a:r>
              <a:t>AI-RA 판정 일치율</a:t>
            </a:r>
          </a:p>
          <a:p>
            <a:pPr>
              <a:spcBef>
                <a:spcPts val="1200"/>
              </a:spcBef>
              <a:defRPr b="1" sz="2200">
                <a:solidFill>
                  <a:srgbClr val="059669"/>
                </a:solidFill>
              </a:defRPr>
            </a:pPr>
            <a:r>
              <a:t>96.5%</a:t>
            </a:r>
          </a:p>
          <a:p>
            <a:pPr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골든셋 목표치(90%) 초과 달성</a:t>
            </a:r>
            <a:br/>
            <a:r>
              <a:t>오탐률 3.5% 미만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8288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293B"/>
                </a:solidFill>
              </a:defRPr>
            </a:pPr>
            <a:r>
              <a:t>사용자 만족도</a:t>
            </a:r>
          </a:p>
          <a:p>
            <a:pPr>
              <a:spcBef>
                <a:spcPts val="1200"/>
              </a:spcBef>
              <a:defRPr b="1" sz="2200">
                <a:solidFill>
                  <a:srgbClr val="1E293B"/>
                </a:solidFill>
              </a:defRPr>
            </a:pPr>
            <a:r>
              <a:t>4.7 / 5.0</a:t>
            </a:r>
          </a:p>
          <a:p>
            <a:pPr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마케터 만족도 4.8점</a:t>
            </a:r>
            <a:br/>
            <a:r>
              <a:t>RA 전문가 만족도 4.6점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주식회사 엠파시 (Empasy Inc.)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주식회사 엠파시 (Empasy Inc.)</cp:lastModifiedBy>
  <cp:revision>1</cp:revision>
  <dcterms:created xsi:type="dcterms:W3CDTF">2013-01-27T09:14:16Z</dcterms:created>
  <dcterms:modified xsi:type="dcterms:W3CDTF">2013-01-27T09:15:58Z</dcterms:modified>
  <cp:category/>
</cp:coreProperties>
</file>